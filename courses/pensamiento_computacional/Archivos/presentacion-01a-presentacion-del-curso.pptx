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7.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notesSlides/notesSlide8.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Override PartName="/ppt/metadata" ContentType="application/binary"/>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73" r:id="rId1"/>
  </p:sldMasterIdLst>
  <p:notesMasterIdLst>
    <p:notesMasterId r:id="rId32"/>
  </p:notesMasterIdLst>
  <p:handoutMasterIdLst>
    <p:handoutMasterId r:id="rId33"/>
  </p:handoutMasterIdLst>
  <p:sldIdLst>
    <p:sldId id="256" r:id="rId2"/>
    <p:sldId id="257" r:id="rId3"/>
    <p:sldId id="391" r:id="rId4"/>
    <p:sldId id="392" r:id="rId5"/>
    <p:sldId id="393" r:id="rId6"/>
    <p:sldId id="394" r:id="rId7"/>
    <p:sldId id="395" r:id="rId8"/>
    <p:sldId id="396" r:id="rId9"/>
    <p:sldId id="388" r:id="rId10"/>
    <p:sldId id="397" r:id="rId11"/>
    <p:sldId id="413" r:id="rId12"/>
    <p:sldId id="414" r:id="rId13"/>
    <p:sldId id="398" r:id="rId14"/>
    <p:sldId id="401" r:id="rId15"/>
    <p:sldId id="404" r:id="rId16"/>
    <p:sldId id="402" r:id="rId17"/>
    <p:sldId id="400" r:id="rId18"/>
    <p:sldId id="412" r:id="rId19"/>
    <p:sldId id="389" r:id="rId20"/>
    <p:sldId id="408" r:id="rId21"/>
    <p:sldId id="390" r:id="rId22"/>
    <p:sldId id="386" r:id="rId23"/>
    <p:sldId id="405" r:id="rId24"/>
    <p:sldId id="406" r:id="rId25"/>
    <p:sldId id="407" r:id="rId26"/>
    <p:sldId id="409" r:id="rId27"/>
    <p:sldId id="410" r:id="rId28"/>
    <p:sldId id="411" r:id="rId29"/>
    <p:sldId id="284" r:id="rId30"/>
    <p:sldId id="288" r:id="rId31"/>
  </p:sldIdLst>
  <p:sldSz cx="12192000" cy="6858000"/>
  <p:notesSz cx="6858000" cy="914400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http://customooxmlschemas.google.com/">
      <go:slidesCustomData xmlns=""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r:id="rId46" roundtripDataSignature="AMtx7mjGfbebLDkrh5ZFS5t9yMqtQiFA7A=="/>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Paola Vallejo" initials="" lastIdx="4" clrIdx="0"/>
  <p:cmAuthor id="1" name="Paola Andrea Vallejo Correa" initials="PAVC" lastIdx="2" clrIdx="1">
    <p:extLst>
      <p:ext uri="{19B8F6BF-5375-455C-9EA6-DF929625EA0E}">
        <p15:presenceInfo xmlns:p15="http://schemas.microsoft.com/office/powerpoint/2012/main" userId="S-1-5-21-1319918816-2133870172-1244796221-52684"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B9815"/>
    <a:srgbClr val="0D3240"/>
    <a:srgbClr val="009BAF"/>
    <a:srgbClr val="D85C90"/>
    <a:srgbClr val="FAAD15"/>
    <a:srgbClr val="FE963D"/>
    <a:srgbClr val="F7B224"/>
    <a:srgbClr val="FA366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5D00804-1BEA-4D04-90A8-2C97B8BEF91A}" v="120" dt="2026-07-10T19:39:47.210"/>
  </p1510:revLst>
</p1510:revInfo>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84" d="100"/>
          <a:sy n="84" d="100"/>
        </p:scale>
        <p:origin x="629"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47" Type="http://schemas.openxmlformats.org/officeDocument/2006/relationships/commentAuthors" Target="commentAuthors.xml"/><Relationship Id="rId50"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53"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52"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48"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handoutMaster" Target="handoutMasters/handoutMaster1.xml"/><Relationship Id="rId46" Type="http://customschemas.google.com/relationships/presentationmetadata" Target="metadata"/></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uillermo Leon Carmona Gonzalez" userId="5a5403d1-fbf5-4270-8113-6c6b324c89e8" providerId="ADAL" clId="{41E04E0F-589B-459A-84B8-C2B11B97507D}"/>
    <pc:docChg chg="undo redo custSel addSld modSld modMainMaster">
      <pc:chgData name="Guillermo Leon Carmona Gonzalez" userId="5a5403d1-fbf5-4270-8113-6c6b324c89e8" providerId="ADAL" clId="{41E04E0F-589B-459A-84B8-C2B11B97507D}" dt="2026-07-10T19:39:47.210" v="1111" actId="113"/>
      <pc:docMkLst>
        <pc:docMk/>
      </pc:docMkLst>
      <pc:sldChg chg="modSp mod">
        <pc:chgData name="Guillermo Leon Carmona Gonzalez" userId="5a5403d1-fbf5-4270-8113-6c6b324c89e8" providerId="ADAL" clId="{41E04E0F-589B-459A-84B8-C2B11B97507D}" dt="2026-07-09T20:51:33.232" v="999" actId="20577"/>
        <pc:sldMkLst>
          <pc:docMk/>
          <pc:sldMk cId="1117100326" sldId="386"/>
        </pc:sldMkLst>
        <pc:spChg chg="mod">
          <ac:chgData name="Guillermo Leon Carmona Gonzalez" userId="5a5403d1-fbf5-4270-8113-6c6b324c89e8" providerId="ADAL" clId="{41E04E0F-589B-459A-84B8-C2B11B97507D}" dt="2026-07-09T20:51:33.232" v="999" actId="20577"/>
          <ac:spMkLst>
            <pc:docMk/>
            <pc:sldMk cId="1117100326" sldId="386"/>
            <ac:spMk id="2" creationId="{1712CA1F-6590-E015-2F56-910D0D7DF297}"/>
          </ac:spMkLst>
        </pc:spChg>
        <pc:graphicFrameChg chg="mod modGraphic">
          <ac:chgData name="Guillermo Leon Carmona Gonzalez" userId="5a5403d1-fbf5-4270-8113-6c6b324c89e8" providerId="ADAL" clId="{41E04E0F-589B-459A-84B8-C2B11B97507D}" dt="2026-07-09T20:39:46.454" v="997" actId="113"/>
          <ac:graphicFrameMkLst>
            <pc:docMk/>
            <pc:sldMk cId="1117100326" sldId="386"/>
            <ac:graphicFrameMk id="11" creationId="{89A3582E-444A-FA8C-D39D-895811161C5D}"/>
          </ac:graphicFrameMkLst>
        </pc:graphicFrameChg>
      </pc:sldChg>
      <pc:sldChg chg="addSp delSp modSp">
        <pc:chgData name="Guillermo Leon Carmona Gonzalez" userId="5a5403d1-fbf5-4270-8113-6c6b324c89e8" providerId="ADAL" clId="{41E04E0F-589B-459A-84B8-C2B11B97507D}" dt="2026-07-09T19:57:58.489" v="960" actId="1076"/>
        <pc:sldMkLst>
          <pc:docMk/>
          <pc:sldMk cId="1402269708" sldId="408"/>
        </pc:sldMkLst>
        <pc:picChg chg="add mod">
          <ac:chgData name="Guillermo Leon Carmona Gonzalez" userId="5a5403d1-fbf5-4270-8113-6c6b324c89e8" providerId="ADAL" clId="{41E04E0F-589B-459A-84B8-C2B11B97507D}" dt="2026-07-09T19:57:58.489" v="960" actId="1076"/>
          <ac:picMkLst>
            <pc:docMk/>
            <pc:sldMk cId="1402269708" sldId="408"/>
            <ac:picMk id="2" creationId="{53161216-1C8C-93F0-9706-987569AB58DE}"/>
          </ac:picMkLst>
        </pc:picChg>
        <pc:picChg chg="del">
          <ac:chgData name="Guillermo Leon Carmona Gonzalez" userId="5a5403d1-fbf5-4270-8113-6c6b324c89e8" providerId="ADAL" clId="{41E04E0F-589B-459A-84B8-C2B11B97507D}" dt="2026-07-09T19:57:13.020" v="950" actId="478"/>
          <ac:picMkLst>
            <pc:docMk/>
            <pc:sldMk cId="1402269708" sldId="408"/>
            <ac:picMk id="3" creationId="{FC6B86DD-A5E6-0208-92C3-3D4AAB0E190E}"/>
          </ac:picMkLst>
        </pc:picChg>
      </pc:sldChg>
      <pc:sldChg chg="modSp mod modAnim">
        <pc:chgData name="Guillermo Leon Carmona Gonzalez" userId="5a5403d1-fbf5-4270-8113-6c6b324c89e8" providerId="ADAL" clId="{41E04E0F-589B-459A-84B8-C2B11B97507D}" dt="2026-07-10T19:39:47.210" v="1111" actId="113"/>
        <pc:sldMkLst>
          <pc:docMk/>
          <pc:sldMk cId="1353773478" sldId="413"/>
        </pc:sldMkLst>
        <pc:spChg chg="mod">
          <ac:chgData name="Guillermo Leon Carmona Gonzalez" userId="5a5403d1-fbf5-4270-8113-6c6b324c89e8" providerId="ADAL" clId="{41E04E0F-589B-459A-84B8-C2B11B97507D}" dt="2026-07-10T19:39:47.210" v="1111" actId="113"/>
          <ac:spMkLst>
            <pc:docMk/>
            <pc:sldMk cId="1353773478" sldId="413"/>
            <ac:spMk id="6" creationId="{23152B92-598A-FB53-100D-50D94A2D9EB0}"/>
          </ac:spMkLst>
        </pc:spChg>
      </pc:sldChg>
    </pc:docChg>
  </pc:docChgLst>
</pc:chgInfo>
</file>

<file path=ppt/charts/_rels/chart1.xml.rels><?xml version="1.0" encoding="UTF-8" standalone="yes"?>
<Relationships xmlns="http://schemas.openxmlformats.org/package/2006/relationships"><Relationship Id="rId3" Type="http://schemas.openxmlformats.org/officeDocument/2006/relationships/oleObject" Target="file:///C:\Users\gcarmona\OneDrive%20-%20Universidad%20EAFIT\copia%20universidad\Datos\coordinaci&#243;n%20pensamiento%20computacional\gesti&#243;n%20profesores\2024-1\2024-1%20-%20Encuesta%20curso%20-%20Pensamiento%20Computacional.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file:///C:\Users\gcarmona\OneDrive%20-%20Universidad%20EAFIT\copia%20universidad\Datos\coordinaci&#243;n%20pensamiento%20computacional\gesti&#243;n%20profesores\2024-1\2024-1%20-%20Encuesta%20curso%20-%20Pensamiento%20Computacional.xlsx" TargetMode="External"/><Relationship Id="rId2" Type="http://schemas.microsoft.com/office/2011/relationships/chartColorStyle" Target="colors2.xml"/><Relationship Id="rId1" Type="http://schemas.microsoft.com/office/2011/relationships/chartStyle" Target="style2.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dk1"/>
                </a:solidFill>
                <a:latin typeface="+mn-lt"/>
                <a:ea typeface="+mn-ea"/>
                <a:cs typeface="+mn-cs"/>
              </a:defRPr>
            </a:pPr>
            <a:r>
              <a:rPr lang="es-CO"/>
              <a:t>En general me gustó el curso</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dk1"/>
              </a:solidFill>
              <a:latin typeface="+mn-lt"/>
              <a:ea typeface="+mn-ea"/>
              <a:cs typeface="+mn-cs"/>
            </a:defRPr>
          </a:pPr>
          <a:endParaRPr lang="es-CO"/>
        </a:p>
      </c:txPr>
    </c:title>
    <c:autoTitleDeleted val="0"/>
    <c:plotArea>
      <c:layout/>
      <c:barChart>
        <c:barDir val="col"/>
        <c:grouping val="clustered"/>
        <c:varyColors val="0"/>
        <c:ser>
          <c:idx val="0"/>
          <c:order val="0"/>
          <c:spPr>
            <a:solidFill>
              <a:schemeClr val="accent1"/>
            </a:solidFill>
            <a:ln>
              <a:noFill/>
            </a:ln>
            <a:effectLst/>
          </c:spPr>
          <c:invertIfNegative val="0"/>
          <c:cat>
            <c:strRef>
              <c:f>'Respuestas de formulario 1'!$AZ$752:$AZ$756</c:f>
              <c:strCache>
                <c:ptCount val="5"/>
                <c:pt idx="0">
                  <c:v>Totalmente sí</c:v>
                </c:pt>
                <c:pt idx="1">
                  <c:v>Sí</c:v>
                </c:pt>
                <c:pt idx="2">
                  <c:v>Más o menos</c:v>
                </c:pt>
                <c:pt idx="3">
                  <c:v>No</c:v>
                </c:pt>
                <c:pt idx="4">
                  <c:v>Para nada</c:v>
                </c:pt>
              </c:strCache>
            </c:strRef>
          </c:cat>
          <c:val>
            <c:numRef>
              <c:f>'Respuestas de formulario 1'!$BB$752:$BB$756</c:f>
              <c:numCache>
                <c:formatCode>0</c:formatCode>
                <c:ptCount val="5"/>
                <c:pt idx="0">
                  <c:v>346</c:v>
                </c:pt>
                <c:pt idx="1">
                  <c:v>281</c:v>
                </c:pt>
                <c:pt idx="2">
                  <c:v>81</c:v>
                </c:pt>
                <c:pt idx="3">
                  <c:v>17</c:v>
                </c:pt>
                <c:pt idx="4">
                  <c:v>13</c:v>
                </c:pt>
              </c:numCache>
            </c:numRef>
          </c:val>
          <c:extLst>
            <c:ext xmlns:c16="http://schemas.microsoft.com/office/drawing/2014/chart" uri="{C3380CC4-5D6E-409C-BE32-E72D297353CC}">
              <c16:uniqueId val="{00000000-737C-49F4-B2E7-9FBDDA7A341C}"/>
            </c:ext>
          </c:extLst>
        </c:ser>
        <c:dLbls>
          <c:showLegendKey val="0"/>
          <c:showVal val="0"/>
          <c:showCatName val="0"/>
          <c:showSerName val="0"/>
          <c:showPercent val="0"/>
          <c:showBubbleSize val="0"/>
        </c:dLbls>
        <c:gapWidth val="219"/>
        <c:overlap val="-27"/>
        <c:axId val="1723127167"/>
        <c:axId val="1723127647"/>
      </c:barChart>
      <c:catAx>
        <c:axId val="1723127167"/>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dk1"/>
                </a:solidFill>
                <a:latin typeface="+mn-lt"/>
                <a:ea typeface="+mn-ea"/>
                <a:cs typeface="+mn-cs"/>
              </a:defRPr>
            </a:pPr>
            <a:endParaRPr lang="es-CO"/>
          </a:p>
        </c:txPr>
        <c:crossAx val="1723127647"/>
        <c:crosses val="autoZero"/>
        <c:auto val="1"/>
        <c:lblAlgn val="ctr"/>
        <c:lblOffset val="100"/>
        <c:noMultiLvlLbl val="0"/>
      </c:catAx>
      <c:valAx>
        <c:axId val="1723127647"/>
        <c:scaling>
          <c:orientation val="minMax"/>
        </c:scaling>
        <c:delete val="0"/>
        <c:axPos val="l"/>
        <c:majorGridlines>
          <c:spPr>
            <a:ln w="9525" cap="flat" cmpd="sng" algn="ctr">
              <a:solidFill>
                <a:schemeClr val="tx1">
                  <a:lumMod val="15000"/>
                  <a:lumOff val="85000"/>
                </a:schemeClr>
              </a:solidFill>
              <a:round/>
            </a:ln>
            <a:effectLst/>
          </c:spPr>
        </c:majorGridlines>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dk1"/>
                </a:solidFill>
                <a:latin typeface="+mn-lt"/>
                <a:ea typeface="+mn-ea"/>
                <a:cs typeface="+mn-cs"/>
              </a:defRPr>
            </a:pPr>
            <a:endParaRPr lang="es-CO"/>
          </a:p>
        </c:txPr>
        <c:crossAx val="1723127167"/>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lt1"/>
    </a:solidFill>
    <a:ln w="12700" cap="flat" cmpd="sng" algn="ctr">
      <a:solidFill>
        <a:schemeClr val="dk1"/>
      </a:solidFill>
      <a:prstDash val="solid"/>
      <a:miter lim="800000"/>
    </a:ln>
    <a:effectLst/>
  </c:spPr>
  <c:txPr>
    <a:bodyPr/>
    <a:lstStyle/>
    <a:p>
      <a:pPr>
        <a:defRPr>
          <a:solidFill>
            <a:schemeClr val="dk1"/>
          </a:solidFill>
          <a:latin typeface="+mn-lt"/>
          <a:ea typeface="+mn-ea"/>
          <a:cs typeface="+mn-cs"/>
        </a:defRPr>
      </a:pPr>
      <a:endParaRPr lang="es-CO"/>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dk1"/>
                </a:solidFill>
                <a:latin typeface="+mn-lt"/>
                <a:ea typeface="+mn-ea"/>
                <a:cs typeface="+mn-cs"/>
              </a:defRPr>
            </a:pPr>
            <a:r>
              <a:rPr lang="es-CO"/>
              <a:t>Aprendí muchas cosas sobre programación</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dk1"/>
              </a:solidFill>
              <a:latin typeface="+mn-lt"/>
              <a:ea typeface="+mn-ea"/>
              <a:cs typeface="+mn-cs"/>
            </a:defRPr>
          </a:pPr>
          <a:endParaRPr lang="es-CO"/>
        </a:p>
      </c:txPr>
    </c:title>
    <c:autoTitleDeleted val="0"/>
    <c:plotArea>
      <c:layout/>
      <c:barChart>
        <c:barDir val="col"/>
        <c:grouping val="clustered"/>
        <c:varyColors val="0"/>
        <c:ser>
          <c:idx val="0"/>
          <c:order val="0"/>
          <c:spPr>
            <a:solidFill>
              <a:schemeClr val="accent1"/>
            </a:solidFill>
            <a:ln>
              <a:noFill/>
            </a:ln>
            <a:effectLst/>
          </c:spPr>
          <c:invertIfNegative val="0"/>
          <c:cat>
            <c:strRef>
              <c:f>'Respuestas de formulario 1'!$AZ$752:$AZ$756</c:f>
              <c:strCache>
                <c:ptCount val="5"/>
                <c:pt idx="0">
                  <c:v>Totalmente sí</c:v>
                </c:pt>
                <c:pt idx="1">
                  <c:v>Sí</c:v>
                </c:pt>
                <c:pt idx="2">
                  <c:v>Más o menos</c:v>
                </c:pt>
                <c:pt idx="3">
                  <c:v>No</c:v>
                </c:pt>
                <c:pt idx="4">
                  <c:v>Para nada</c:v>
                </c:pt>
              </c:strCache>
            </c:strRef>
          </c:cat>
          <c:val>
            <c:numRef>
              <c:f>'Respuestas de formulario 1'!$BA$752:$BA$756</c:f>
              <c:numCache>
                <c:formatCode>0</c:formatCode>
                <c:ptCount val="5"/>
                <c:pt idx="0">
                  <c:v>348</c:v>
                </c:pt>
                <c:pt idx="1">
                  <c:v>289</c:v>
                </c:pt>
                <c:pt idx="2">
                  <c:v>85</c:v>
                </c:pt>
                <c:pt idx="3">
                  <c:v>11</c:v>
                </c:pt>
                <c:pt idx="4">
                  <c:v>5</c:v>
                </c:pt>
              </c:numCache>
            </c:numRef>
          </c:val>
          <c:extLst>
            <c:ext xmlns:c16="http://schemas.microsoft.com/office/drawing/2014/chart" uri="{C3380CC4-5D6E-409C-BE32-E72D297353CC}">
              <c16:uniqueId val="{00000000-A037-4E31-AA79-CBC1D4F06918}"/>
            </c:ext>
          </c:extLst>
        </c:ser>
        <c:dLbls>
          <c:showLegendKey val="0"/>
          <c:showVal val="0"/>
          <c:showCatName val="0"/>
          <c:showSerName val="0"/>
          <c:showPercent val="0"/>
          <c:showBubbleSize val="0"/>
        </c:dLbls>
        <c:gapWidth val="219"/>
        <c:overlap val="-27"/>
        <c:axId val="40677296"/>
        <c:axId val="40676816"/>
      </c:barChart>
      <c:catAx>
        <c:axId val="4067729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dk1"/>
                </a:solidFill>
                <a:latin typeface="+mn-lt"/>
                <a:ea typeface="+mn-ea"/>
                <a:cs typeface="+mn-cs"/>
              </a:defRPr>
            </a:pPr>
            <a:endParaRPr lang="es-CO"/>
          </a:p>
        </c:txPr>
        <c:crossAx val="40676816"/>
        <c:crosses val="autoZero"/>
        <c:auto val="1"/>
        <c:lblAlgn val="ctr"/>
        <c:lblOffset val="100"/>
        <c:noMultiLvlLbl val="0"/>
      </c:catAx>
      <c:valAx>
        <c:axId val="40676816"/>
        <c:scaling>
          <c:orientation val="minMax"/>
        </c:scaling>
        <c:delete val="0"/>
        <c:axPos val="l"/>
        <c:majorGridlines>
          <c:spPr>
            <a:ln w="9525" cap="flat" cmpd="sng" algn="ctr">
              <a:solidFill>
                <a:schemeClr val="tx1">
                  <a:lumMod val="15000"/>
                  <a:lumOff val="85000"/>
                </a:schemeClr>
              </a:solidFill>
              <a:round/>
            </a:ln>
            <a:effectLst/>
          </c:spPr>
        </c:majorGridlines>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dk1"/>
                </a:solidFill>
                <a:latin typeface="+mn-lt"/>
                <a:ea typeface="+mn-ea"/>
                <a:cs typeface="+mn-cs"/>
              </a:defRPr>
            </a:pPr>
            <a:endParaRPr lang="es-CO"/>
          </a:p>
        </c:txPr>
        <c:crossAx val="40677296"/>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lt1"/>
    </a:solidFill>
    <a:ln w="12700" cap="flat" cmpd="sng" algn="ctr">
      <a:solidFill>
        <a:schemeClr val="dk1"/>
      </a:solidFill>
      <a:prstDash val="solid"/>
      <a:miter lim="800000"/>
    </a:ln>
    <a:effectLst/>
  </c:spPr>
  <c:txPr>
    <a:bodyPr/>
    <a:lstStyle/>
    <a:p>
      <a:pPr>
        <a:defRPr>
          <a:solidFill>
            <a:schemeClr val="dk1"/>
          </a:solidFill>
          <a:latin typeface="+mn-lt"/>
          <a:ea typeface="+mn-ea"/>
          <a:cs typeface="+mn-cs"/>
        </a:defRPr>
      </a:pPr>
      <a:endParaRPr lang="es-CO"/>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diagrams/colors1.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733F307D-41E9-46A1-B4E1-3F1FBE42AAB3}" type="doc">
      <dgm:prSet loTypeId="urn:microsoft.com/office/officeart/2005/8/layout/vList5" loCatId="list" qsTypeId="urn:microsoft.com/office/officeart/2005/8/quickstyle/simple1" qsCatId="simple" csTypeId="urn:microsoft.com/office/officeart/2005/8/colors/accent3_2" csCatId="accent3" phldr="1"/>
      <dgm:spPr/>
      <dgm:t>
        <a:bodyPr/>
        <a:lstStyle/>
        <a:p>
          <a:endParaRPr lang="es-CO"/>
        </a:p>
      </dgm:t>
    </dgm:pt>
    <dgm:pt modelId="{5F9987EF-6DE1-43C6-9022-AEE7DA504A3A}">
      <dgm:prSet phldrT="[Texto]" custT="1">
        <dgm:style>
          <a:lnRef idx="3">
            <a:schemeClr val="lt1"/>
          </a:lnRef>
          <a:fillRef idx="1">
            <a:schemeClr val="accent2"/>
          </a:fillRef>
          <a:effectRef idx="1">
            <a:schemeClr val="accent2"/>
          </a:effectRef>
          <a:fontRef idx="minor">
            <a:schemeClr val="lt1"/>
          </a:fontRef>
        </dgm:style>
      </dgm:prSet>
      <dgm:spPr>
        <a:solidFill>
          <a:schemeClr val="bg1">
            <a:lumMod val="85000"/>
          </a:schemeClr>
        </a:solidFill>
      </dgm:spPr>
      <dgm:t>
        <a:bodyPr/>
        <a:lstStyle/>
        <a:p>
          <a:r>
            <a:rPr lang="es-CO" sz="3200">
              <a:solidFill>
                <a:schemeClr val="tx1"/>
              </a:solidFill>
            </a:rPr>
            <a:t>Proyecto</a:t>
          </a:r>
        </a:p>
      </dgm:t>
    </dgm:pt>
    <dgm:pt modelId="{33D435A9-70E3-4CD2-9FFD-4724A39D6922}" type="parTrans" cxnId="{73008CEA-F49E-4FCA-99B7-AAE90F08E75B}">
      <dgm:prSet/>
      <dgm:spPr/>
      <dgm:t>
        <a:bodyPr/>
        <a:lstStyle/>
        <a:p>
          <a:endParaRPr lang="es-CO" sz="1600">
            <a:solidFill>
              <a:schemeClr val="tx1"/>
            </a:solidFill>
          </a:endParaRPr>
        </a:p>
      </dgm:t>
    </dgm:pt>
    <dgm:pt modelId="{71A39AC8-971C-4395-91EB-F5A5E977190F}" type="sibTrans" cxnId="{73008CEA-F49E-4FCA-99B7-AAE90F08E75B}">
      <dgm:prSet/>
      <dgm:spPr/>
      <dgm:t>
        <a:bodyPr/>
        <a:lstStyle/>
        <a:p>
          <a:endParaRPr lang="es-CO" sz="1600">
            <a:solidFill>
              <a:schemeClr val="tx1"/>
            </a:solidFill>
          </a:endParaRPr>
        </a:p>
      </dgm:t>
    </dgm:pt>
    <dgm:pt modelId="{CE70AE95-4138-41D9-82E5-5B8C976FA0CA}">
      <dgm:prSet phldrT="[Texto]" custT="1">
        <dgm:style>
          <a:lnRef idx="3">
            <a:schemeClr val="lt1"/>
          </a:lnRef>
          <a:fillRef idx="1">
            <a:schemeClr val="accent2"/>
          </a:fillRef>
          <a:effectRef idx="1">
            <a:schemeClr val="accent2"/>
          </a:effectRef>
          <a:fontRef idx="minor">
            <a:schemeClr val="lt1"/>
          </a:fontRef>
        </dgm:style>
      </dgm:prSet>
      <dgm:spPr>
        <a:solidFill>
          <a:srgbClr val="FB9815"/>
        </a:solidFill>
      </dgm:spPr>
      <dgm:t>
        <a:bodyPr/>
        <a:lstStyle/>
        <a:p>
          <a:r>
            <a:rPr lang="es-CO" sz="2000" dirty="0">
              <a:solidFill>
                <a:schemeClr val="tx1"/>
              </a:solidFill>
            </a:rPr>
            <a:t>Entrega 1: </a:t>
          </a:r>
          <a:r>
            <a:rPr lang="es-CO" sz="2000" b="1" dirty="0">
              <a:solidFill>
                <a:schemeClr val="tx1"/>
              </a:solidFill>
            </a:rPr>
            <a:t>10%</a:t>
          </a:r>
        </a:p>
      </dgm:t>
    </dgm:pt>
    <dgm:pt modelId="{4F084702-E7D9-4BC0-BA26-B6526E51CC42}" type="parTrans" cxnId="{17526ACA-FD94-4A14-9549-11069E9A7A7D}">
      <dgm:prSet/>
      <dgm:spPr/>
      <dgm:t>
        <a:bodyPr/>
        <a:lstStyle/>
        <a:p>
          <a:endParaRPr lang="es-CO" sz="1600">
            <a:solidFill>
              <a:schemeClr val="tx1"/>
            </a:solidFill>
          </a:endParaRPr>
        </a:p>
      </dgm:t>
    </dgm:pt>
    <dgm:pt modelId="{F8F30106-564F-44FF-86DD-1401F6F974EC}" type="sibTrans" cxnId="{17526ACA-FD94-4A14-9549-11069E9A7A7D}">
      <dgm:prSet/>
      <dgm:spPr/>
      <dgm:t>
        <a:bodyPr/>
        <a:lstStyle/>
        <a:p>
          <a:endParaRPr lang="es-CO" sz="1600">
            <a:solidFill>
              <a:schemeClr val="tx1"/>
            </a:solidFill>
          </a:endParaRPr>
        </a:p>
      </dgm:t>
    </dgm:pt>
    <dgm:pt modelId="{69E11848-D425-4E90-B204-9A34B2058623}">
      <dgm:prSet custT="1">
        <dgm:style>
          <a:lnRef idx="3">
            <a:schemeClr val="lt1"/>
          </a:lnRef>
          <a:fillRef idx="1">
            <a:schemeClr val="accent2"/>
          </a:fillRef>
          <a:effectRef idx="1">
            <a:schemeClr val="accent2"/>
          </a:effectRef>
          <a:fontRef idx="minor">
            <a:schemeClr val="lt1"/>
          </a:fontRef>
        </dgm:style>
      </dgm:prSet>
      <dgm:spPr>
        <a:solidFill>
          <a:schemeClr val="bg1">
            <a:lumMod val="85000"/>
          </a:schemeClr>
        </a:solidFill>
      </dgm:spPr>
      <dgm:t>
        <a:bodyPr/>
        <a:lstStyle/>
        <a:p>
          <a:r>
            <a:rPr lang="es-CO" sz="3200">
              <a:solidFill>
                <a:schemeClr val="tx1"/>
              </a:solidFill>
            </a:rPr>
            <a:t>Talleres</a:t>
          </a:r>
        </a:p>
      </dgm:t>
    </dgm:pt>
    <dgm:pt modelId="{C103A820-BF29-4FE4-8C8C-6099DEC67B0F}" type="parTrans" cxnId="{7728F82F-9248-4B41-BAC1-066EBEA3D57C}">
      <dgm:prSet/>
      <dgm:spPr/>
      <dgm:t>
        <a:bodyPr/>
        <a:lstStyle/>
        <a:p>
          <a:endParaRPr lang="es-CO" sz="1600">
            <a:solidFill>
              <a:schemeClr val="tx1"/>
            </a:solidFill>
          </a:endParaRPr>
        </a:p>
      </dgm:t>
    </dgm:pt>
    <dgm:pt modelId="{7596A3A5-DC9E-4FC8-B8E2-90B7815B32ED}" type="sibTrans" cxnId="{7728F82F-9248-4B41-BAC1-066EBEA3D57C}">
      <dgm:prSet/>
      <dgm:spPr/>
      <dgm:t>
        <a:bodyPr/>
        <a:lstStyle/>
        <a:p>
          <a:endParaRPr lang="es-CO" sz="1600">
            <a:solidFill>
              <a:schemeClr val="tx1"/>
            </a:solidFill>
          </a:endParaRPr>
        </a:p>
      </dgm:t>
    </dgm:pt>
    <dgm:pt modelId="{16EA626A-CC24-48CC-88D6-AD420C34E2A3}">
      <dgm:prSet custT="1">
        <dgm:style>
          <a:lnRef idx="3">
            <a:schemeClr val="lt1"/>
          </a:lnRef>
          <a:fillRef idx="1">
            <a:schemeClr val="accent2"/>
          </a:fillRef>
          <a:effectRef idx="1">
            <a:schemeClr val="accent2"/>
          </a:effectRef>
          <a:fontRef idx="minor">
            <a:schemeClr val="lt1"/>
          </a:fontRef>
        </dgm:style>
      </dgm:prSet>
      <dgm:spPr>
        <a:solidFill>
          <a:srgbClr val="FB9815"/>
        </a:solidFill>
      </dgm:spPr>
      <dgm:t>
        <a:bodyPr/>
        <a:lstStyle/>
        <a:p>
          <a:r>
            <a:rPr lang="es-CO" sz="2000" kern="1200">
              <a:solidFill>
                <a:schemeClr val="tx1"/>
              </a:solidFill>
              <a:latin typeface="Calibri" panose="020F0502020204030204"/>
              <a:ea typeface="+mn-ea"/>
              <a:cs typeface="+mn-cs"/>
            </a:rPr>
            <a:t>Talleres (x8): </a:t>
          </a:r>
          <a:r>
            <a:rPr lang="es-CO" sz="2000" b="1" kern="1200">
              <a:solidFill>
                <a:schemeClr val="tx1"/>
              </a:solidFill>
              <a:latin typeface="Calibri" panose="020F0502020204030204"/>
              <a:ea typeface="+mn-ea"/>
              <a:cs typeface="+mn-cs"/>
            </a:rPr>
            <a:t>12%</a:t>
          </a:r>
        </a:p>
      </dgm:t>
    </dgm:pt>
    <dgm:pt modelId="{F4DD9D6A-EEB5-4FB5-8385-1331FBB51E63}" type="parTrans" cxnId="{12139C81-B0BF-4CC8-9776-B7141CA62200}">
      <dgm:prSet/>
      <dgm:spPr/>
      <dgm:t>
        <a:bodyPr/>
        <a:lstStyle/>
        <a:p>
          <a:endParaRPr lang="es-CO" sz="1600">
            <a:solidFill>
              <a:schemeClr val="tx1"/>
            </a:solidFill>
          </a:endParaRPr>
        </a:p>
      </dgm:t>
    </dgm:pt>
    <dgm:pt modelId="{80E7AE84-0262-4582-8351-42BF215C78E5}" type="sibTrans" cxnId="{12139C81-B0BF-4CC8-9776-B7141CA62200}">
      <dgm:prSet/>
      <dgm:spPr/>
      <dgm:t>
        <a:bodyPr/>
        <a:lstStyle/>
        <a:p>
          <a:endParaRPr lang="es-CO" sz="1600">
            <a:solidFill>
              <a:schemeClr val="tx1"/>
            </a:solidFill>
          </a:endParaRPr>
        </a:p>
      </dgm:t>
    </dgm:pt>
    <dgm:pt modelId="{A25180B3-BB10-4051-A3D4-D5F87033DBDE}">
      <dgm:prSet custT="1">
        <dgm:style>
          <a:lnRef idx="3">
            <a:schemeClr val="lt1"/>
          </a:lnRef>
          <a:fillRef idx="1">
            <a:schemeClr val="accent2"/>
          </a:fillRef>
          <a:effectRef idx="1">
            <a:schemeClr val="accent2"/>
          </a:effectRef>
          <a:fontRef idx="minor">
            <a:schemeClr val="lt1"/>
          </a:fontRef>
        </dgm:style>
      </dgm:prSet>
      <dgm:spPr>
        <a:solidFill>
          <a:schemeClr val="bg1">
            <a:lumMod val="85000"/>
          </a:schemeClr>
        </a:solidFill>
      </dgm:spPr>
      <dgm:t>
        <a:bodyPr/>
        <a:lstStyle/>
        <a:p>
          <a:r>
            <a:rPr lang="es-CO" sz="3200" err="1">
              <a:solidFill>
                <a:schemeClr val="tx1"/>
              </a:solidFill>
            </a:rPr>
            <a:t>Quices</a:t>
          </a:r>
          <a:endParaRPr lang="es-CO" sz="3200">
            <a:solidFill>
              <a:schemeClr val="tx1"/>
            </a:solidFill>
          </a:endParaRPr>
        </a:p>
      </dgm:t>
    </dgm:pt>
    <dgm:pt modelId="{C3C68A79-067F-4A0A-8E35-1137F1B6220C}" type="parTrans" cxnId="{879BC3BF-CF34-4ECC-ADDD-678C5DD94BF6}">
      <dgm:prSet/>
      <dgm:spPr/>
      <dgm:t>
        <a:bodyPr/>
        <a:lstStyle/>
        <a:p>
          <a:endParaRPr lang="es-CO" sz="1600">
            <a:solidFill>
              <a:schemeClr val="tx1"/>
            </a:solidFill>
          </a:endParaRPr>
        </a:p>
      </dgm:t>
    </dgm:pt>
    <dgm:pt modelId="{1FC7DD3C-7278-4013-8F11-967211E146AF}" type="sibTrans" cxnId="{879BC3BF-CF34-4ECC-ADDD-678C5DD94BF6}">
      <dgm:prSet/>
      <dgm:spPr/>
      <dgm:t>
        <a:bodyPr/>
        <a:lstStyle/>
        <a:p>
          <a:endParaRPr lang="es-CO" sz="1600">
            <a:solidFill>
              <a:schemeClr val="tx1"/>
            </a:solidFill>
          </a:endParaRPr>
        </a:p>
      </dgm:t>
    </dgm:pt>
    <dgm:pt modelId="{B6086A1D-ED2A-4958-A8EC-2A5E1CFDFDA4}">
      <dgm:prSet custT="1">
        <dgm:style>
          <a:lnRef idx="3">
            <a:schemeClr val="lt1"/>
          </a:lnRef>
          <a:fillRef idx="1">
            <a:schemeClr val="accent2"/>
          </a:fillRef>
          <a:effectRef idx="1">
            <a:schemeClr val="accent2"/>
          </a:effectRef>
          <a:fontRef idx="minor">
            <a:schemeClr val="lt1"/>
          </a:fontRef>
        </dgm:style>
      </dgm:prSet>
      <dgm:spPr>
        <a:solidFill>
          <a:srgbClr val="FB9815"/>
        </a:solidFill>
      </dgm:spPr>
      <dgm:t>
        <a:bodyPr/>
        <a:lstStyle/>
        <a:p>
          <a:r>
            <a:rPr lang="es-CO" sz="1800" dirty="0" err="1">
              <a:solidFill>
                <a:schemeClr val="tx1"/>
              </a:solidFill>
              <a:latin typeface="Calibri" panose="020F0502020204030204"/>
              <a:ea typeface="+mn-ea"/>
              <a:cs typeface="+mn-cs"/>
            </a:rPr>
            <a:t>Quices</a:t>
          </a:r>
          <a:r>
            <a:rPr lang="es-CO" sz="1800" dirty="0">
              <a:solidFill>
                <a:schemeClr val="tx1"/>
              </a:solidFill>
              <a:latin typeface="Calibri" panose="020F0502020204030204"/>
              <a:ea typeface="+mn-ea"/>
              <a:cs typeface="+mn-cs"/>
            </a:rPr>
            <a:t> (x8): </a:t>
          </a:r>
          <a:r>
            <a:rPr lang="es-CO" sz="2000" b="1" dirty="0">
              <a:solidFill>
                <a:schemeClr val="tx1"/>
              </a:solidFill>
              <a:latin typeface="Calibri" panose="020F0502020204030204"/>
              <a:ea typeface="+mn-ea"/>
              <a:cs typeface="+mn-cs"/>
            </a:rPr>
            <a:t>16%</a:t>
          </a:r>
          <a:endParaRPr lang="es-CO" sz="1800" b="1" dirty="0">
            <a:solidFill>
              <a:schemeClr val="tx1"/>
            </a:solidFill>
            <a:latin typeface="Calibri" panose="020F0502020204030204"/>
            <a:ea typeface="+mn-ea"/>
            <a:cs typeface="+mn-cs"/>
          </a:endParaRPr>
        </a:p>
      </dgm:t>
    </dgm:pt>
    <dgm:pt modelId="{A034E66E-64BB-4217-8368-567BFE6D8B29}" type="parTrans" cxnId="{BA0D9608-DDA3-40F3-8B7C-1A8858E7A966}">
      <dgm:prSet/>
      <dgm:spPr/>
      <dgm:t>
        <a:bodyPr/>
        <a:lstStyle/>
        <a:p>
          <a:endParaRPr lang="es-CO" sz="1600">
            <a:solidFill>
              <a:schemeClr val="tx1"/>
            </a:solidFill>
          </a:endParaRPr>
        </a:p>
      </dgm:t>
    </dgm:pt>
    <dgm:pt modelId="{BD4E9481-AAAD-4236-96D0-7EE479D88ABA}" type="sibTrans" cxnId="{BA0D9608-DDA3-40F3-8B7C-1A8858E7A966}">
      <dgm:prSet/>
      <dgm:spPr/>
      <dgm:t>
        <a:bodyPr/>
        <a:lstStyle/>
        <a:p>
          <a:endParaRPr lang="es-CO" sz="1600">
            <a:solidFill>
              <a:schemeClr val="tx1"/>
            </a:solidFill>
          </a:endParaRPr>
        </a:p>
      </dgm:t>
    </dgm:pt>
    <dgm:pt modelId="{66AC000C-7039-42CE-9227-098C63E5C027}">
      <dgm:prSet custT="1">
        <dgm:style>
          <a:lnRef idx="3">
            <a:schemeClr val="lt1"/>
          </a:lnRef>
          <a:fillRef idx="1">
            <a:schemeClr val="accent2"/>
          </a:fillRef>
          <a:effectRef idx="1">
            <a:schemeClr val="accent2"/>
          </a:effectRef>
          <a:fontRef idx="minor">
            <a:schemeClr val="lt1"/>
          </a:fontRef>
        </dgm:style>
      </dgm:prSet>
      <dgm:spPr>
        <a:solidFill>
          <a:srgbClr val="FB9815"/>
        </a:solidFill>
      </dgm:spPr>
      <dgm:t>
        <a:bodyPr/>
        <a:lstStyle/>
        <a:p>
          <a:r>
            <a:rPr lang="es-CO" sz="1800" b="0" dirty="0">
              <a:solidFill>
                <a:schemeClr val="tx1"/>
              </a:solidFill>
              <a:latin typeface="Calibri" panose="020F0502020204030204"/>
              <a:ea typeface="+mn-ea"/>
              <a:cs typeface="+mn-cs"/>
            </a:rPr>
            <a:t>Prueba general: </a:t>
          </a:r>
          <a:r>
            <a:rPr lang="es-CO" sz="2000" b="1" dirty="0">
              <a:solidFill>
                <a:schemeClr val="tx1"/>
              </a:solidFill>
              <a:latin typeface="Calibri" panose="020F0502020204030204"/>
              <a:ea typeface="+mn-ea"/>
              <a:cs typeface="+mn-cs"/>
            </a:rPr>
            <a:t>4%</a:t>
          </a:r>
          <a:endParaRPr lang="es-CO" sz="1800" b="1" dirty="0">
            <a:solidFill>
              <a:schemeClr val="tx1"/>
            </a:solidFill>
            <a:latin typeface="Calibri" panose="020F0502020204030204"/>
            <a:ea typeface="+mn-ea"/>
            <a:cs typeface="+mn-cs"/>
          </a:endParaRPr>
        </a:p>
      </dgm:t>
    </dgm:pt>
    <dgm:pt modelId="{610EB7A5-88A4-4735-BDC2-A0A70A35D747}" type="parTrans" cxnId="{D7277BBF-07A4-4CC1-9ACB-CFA376564FE2}">
      <dgm:prSet/>
      <dgm:spPr/>
      <dgm:t>
        <a:bodyPr/>
        <a:lstStyle/>
        <a:p>
          <a:endParaRPr lang="es-CO" sz="1600"/>
        </a:p>
      </dgm:t>
    </dgm:pt>
    <dgm:pt modelId="{01B1A3A4-7999-4C29-92EC-3552BB465FE8}" type="sibTrans" cxnId="{D7277BBF-07A4-4CC1-9ACB-CFA376564FE2}">
      <dgm:prSet/>
      <dgm:spPr/>
      <dgm:t>
        <a:bodyPr/>
        <a:lstStyle/>
        <a:p>
          <a:endParaRPr lang="es-CO" sz="1600"/>
        </a:p>
      </dgm:t>
    </dgm:pt>
    <dgm:pt modelId="{9F462089-8706-4B1D-A2CF-057B3E8D18CD}">
      <dgm:prSet phldrT="[Texto]" custT="1">
        <dgm:style>
          <a:lnRef idx="3">
            <a:schemeClr val="lt1"/>
          </a:lnRef>
          <a:fillRef idx="1">
            <a:schemeClr val="accent2"/>
          </a:fillRef>
          <a:effectRef idx="1">
            <a:schemeClr val="accent2"/>
          </a:effectRef>
          <a:fontRef idx="minor">
            <a:schemeClr val="lt1"/>
          </a:fontRef>
        </dgm:style>
      </dgm:prSet>
      <dgm:spPr>
        <a:solidFill>
          <a:srgbClr val="FB9815"/>
        </a:solidFill>
      </dgm:spPr>
      <dgm:t>
        <a:bodyPr/>
        <a:lstStyle/>
        <a:p>
          <a:r>
            <a:rPr lang="es-CO" sz="2000" dirty="0">
              <a:solidFill>
                <a:schemeClr val="tx1"/>
              </a:solidFill>
            </a:rPr>
            <a:t>Entrega 2: </a:t>
          </a:r>
          <a:r>
            <a:rPr lang="es-CO" sz="2000" b="1" dirty="0">
              <a:solidFill>
                <a:schemeClr val="tx1"/>
              </a:solidFill>
            </a:rPr>
            <a:t>10%</a:t>
          </a:r>
        </a:p>
      </dgm:t>
    </dgm:pt>
    <dgm:pt modelId="{7A2B91C4-B94D-447E-9F70-F56D175FE474}" type="parTrans" cxnId="{7606A74E-AD01-48F9-998A-157B2767E06E}">
      <dgm:prSet/>
      <dgm:spPr/>
      <dgm:t>
        <a:bodyPr/>
        <a:lstStyle/>
        <a:p>
          <a:endParaRPr lang="es-CO" sz="1600"/>
        </a:p>
      </dgm:t>
    </dgm:pt>
    <dgm:pt modelId="{204345FF-0C3C-4AA6-BEA6-DB137CC2A817}" type="sibTrans" cxnId="{7606A74E-AD01-48F9-998A-157B2767E06E}">
      <dgm:prSet/>
      <dgm:spPr/>
      <dgm:t>
        <a:bodyPr/>
        <a:lstStyle/>
        <a:p>
          <a:endParaRPr lang="es-CO" sz="1600"/>
        </a:p>
      </dgm:t>
    </dgm:pt>
    <dgm:pt modelId="{85BA61E2-E0B0-4541-BFE3-37D1DD2AE19C}">
      <dgm:prSet custT="1">
        <dgm:style>
          <a:lnRef idx="3">
            <a:schemeClr val="lt1"/>
          </a:lnRef>
          <a:fillRef idx="1">
            <a:schemeClr val="accent2"/>
          </a:fillRef>
          <a:effectRef idx="1">
            <a:schemeClr val="accent2"/>
          </a:effectRef>
          <a:fontRef idx="minor">
            <a:schemeClr val="lt1"/>
          </a:fontRef>
        </dgm:style>
      </dgm:prSet>
      <dgm:spPr>
        <a:solidFill>
          <a:schemeClr val="bg1">
            <a:lumMod val="85000"/>
          </a:schemeClr>
        </a:solidFill>
      </dgm:spPr>
      <dgm:t>
        <a:bodyPr/>
        <a:lstStyle/>
        <a:p>
          <a:r>
            <a:rPr lang="es-CO" sz="3200" dirty="0">
              <a:solidFill>
                <a:schemeClr val="tx1"/>
              </a:solidFill>
            </a:rPr>
            <a:t>Parciales</a:t>
          </a:r>
        </a:p>
      </dgm:t>
    </dgm:pt>
    <dgm:pt modelId="{F00D1EAE-601C-44A0-AF2D-C8AB865E95A7}" type="parTrans" cxnId="{4F44BE9E-C9FF-444F-B948-5E64DEC15B77}">
      <dgm:prSet/>
      <dgm:spPr/>
      <dgm:t>
        <a:bodyPr/>
        <a:lstStyle/>
        <a:p>
          <a:endParaRPr lang="es-CO" sz="1600"/>
        </a:p>
      </dgm:t>
    </dgm:pt>
    <dgm:pt modelId="{4CBD2444-A350-4A9E-B177-6F6F86EAAB19}" type="sibTrans" cxnId="{4F44BE9E-C9FF-444F-B948-5E64DEC15B77}">
      <dgm:prSet/>
      <dgm:spPr/>
      <dgm:t>
        <a:bodyPr/>
        <a:lstStyle/>
        <a:p>
          <a:endParaRPr lang="es-CO" sz="1600"/>
        </a:p>
      </dgm:t>
    </dgm:pt>
    <dgm:pt modelId="{661D05A4-F279-411F-AFA0-63F5B1158C70}">
      <dgm:prSet custT="1">
        <dgm:style>
          <a:lnRef idx="3">
            <a:schemeClr val="lt1"/>
          </a:lnRef>
          <a:fillRef idx="1">
            <a:schemeClr val="accent2"/>
          </a:fillRef>
          <a:effectRef idx="1">
            <a:schemeClr val="accent2"/>
          </a:effectRef>
          <a:fontRef idx="minor">
            <a:schemeClr val="lt1"/>
          </a:fontRef>
        </dgm:style>
      </dgm:prSet>
      <dgm:spPr>
        <a:solidFill>
          <a:srgbClr val="FB9815"/>
        </a:solidFill>
        <a:ln/>
      </dgm:spPr>
      <dgm:t>
        <a:bodyPr spcFirstLastPara="0" vert="horz" wrap="square" lIns="247650" tIns="123825" rIns="247650" bIns="123825" numCol="1" spcCol="1270" anchor="ctr" anchorCtr="0"/>
        <a:lstStyle/>
        <a:p>
          <a:pPr marL="228600" lvl="1" indent="-228600" algn="l" defTabSz="1066800">
            <a:lnSpc>
              <a:spcPct val="90000"/>
            </a:lnSpc>
            <a:spcBef>
              <a:spcPct val="0"/>
            </a:spcBef>
            <a:spcAft>
              <a:spcPct val="15000"/>
            </a:spcAft>
            <a:buChar char="•"/>
          </a:pPr>
          <a:r>
            <a:rPr lang="es-CO" sz="1800" kern="1200" dirty="0">
              <a:solidFill>
                <a:prstClr val="black"/>
              </a:solidFill>
              <a:latin typeface="Calibri" panose="020F0502020204030204"/>
              <a:ea typeface="+mn-ea"/>
              <a:cs typeface="+mn-cs"/>
            </a:rPr>
            <a:t>Parcial 1: </a:t>
          </a:r>
          <a:r>
            <a:rPr lang="es-CO" sz="1800" b="1" kern="1200" dirty="0">
              <a:solidFill>
                <a:prstClr val="black"/>
              </a:solidFill>
              <a:latin typeface="Calibri" panose="020F0502020204030204"/>
              <a:ea typeface="+mn-ea"/>
              <a:cs typeface="+mn-cs"/>
            </a:rPr>
            <a:t>15%</a:t>
          </a:r>
        </a:p>
      </dgm:t>
    </dgm:pt>
    <dgm:pt modelId="{D8A40214-3FA4-4037-91C8-CDB3629E8843}" type="parTrans" cxnId="{1C57EBB0-44CE-44A8-A0E8-4C8547A92118}">
      <dgm:prSet/>
      <dgm:spPr/>
      <dgm:t>
        <a:bodyPr/>
        <a:lstStyle/>
        <a:p>
          <a:endParaRPr lang="es-CO" sz="1600"/>
        </a:p>
      </dgm:t>
    </dgm:pt>
    <dgm:pt modelId="{9AC792F3-565A-4B94-81CE-2E939AA15F8B}" type="sibTrans" cxnId="{1C57EBB0-44CE-44A8-A0E8-4C8547A92118}">
      <dgm:prSet/>
      <dgm:spPr/>
      <dgm:t>
        <a:bodyPr/>
        <a:lstStyle/>
        <a:p>
          <a:endParaRPr lang="es-CO" sz="1600"/>
        </a:p>
      </dgm:t>
    </dgm:pt>
    <dgm:pt modelId="{88586FDF-50F4-49AA-BDB9-1E8A58D9E7D8}">
      <dgm:prSet custT="1">
        <dgm:style>
          <a:lnRef idx="3">
            <a:schemeClr val="lt1"/>
          </a:lnRef>
          <a:fillRef idx="1">
            <a:schemeClr val="accent2"/>
          </a:fillRef>
          <a:effectRef idx="1">
            <a:schemeClr val="accent2"/>
          </a:effectRef>
          <a:fontRef idx="minor">
            <a:schemeClr val="lt1"/>
          </a:fontRef>
        </dgm:style>
      </dgm:prSet>
      <dgm:spPr>
        <a:solidFill>
          <a:srgbClr val="FB9815"/>
        </a:solidFill>
        <a:ln/>
      </dgm:spPr>
      <dgm:t>
        <a:bodyPr spcFirstLastPara="0" vert="horz" wrap="square" lIns="247650" tIns="123825" rIns="247650" bIns="123825" numCol="1" spcCol="1270" anchor="ctr" anchorCtr="0"/>
        <a:lstStyle/>
        <a:p>
          <a:pPr marL="228600" lvl="1" indent="-228600" algn="l" defTabSz="1066800">
            <a:lnSpc>
              <a:spcPct val="90000"/>
            </a:lnSpc>
            <a:spcBef>
              <a:spcPct val="0"/>
            </a:spcBef>
            <a:spcAft>
              <a:spcPct val="15000"/>
            </a:spcAft>
            <a:buChar char="•"/>
          </a:pPr>
          <a:r>
            <a:rPr lang="es-CO" sz="1800" kern="1200" dirty="0">
              <a:solidFill>
                <a:prstClr val="black"/>
              </a:solidFill>
              <a:latin typeface="Calibri" panose="020F0502020204030204"/>
              <a:ea typeface="+mn-ea"/>
              <a:cs typeface="+mn-cs"/>
            </a:rPr>
            <a:t>Parcial 3: </a:t>
          </a:r>
          <a:r>
            <a:rPr lang="es-CO" sz="1800" b="1" kern="1200" dirty="0">
              <a:solidFill>
                <a:prstClr val="black"/>
              </a:solidFill>
              <a:latin typeface="Calibri" panose="020F0502020204030204"/>
              <a:ea typeface="+mn-ea"/>
              <a:cs typeface="+mn-cs"/>
            </a:rPr>
            <a:t>18%*</a:t>
          </a:r>
        </a:p>
      </dgm:t>
    </dgm:pt>
    <dgm:pt modelId="{DC09D3DB-F271-45E2-A263-48DCB9519CF8}" type="parTrans" cxnId="{E41BDBE0-302F-4FDB-9110-4BF39A715BDB}">
      <dgm:prSet/>
      <dgm:spPr/>
      <dgm:t>
        <a:bodyPr/>
        <a:lstStyle/>
        <a:p>
          <a:endParaRPr lang="es-CO" sz="1600"/>
        </a:p>
      </dgm:t>
    </dgm:pt>
    <dgm:pt modelId="{76FCDBA7-C813-485E-B08E-C7F643A1021D}" type="sibTrans" cxnId="{E41BDBE0-302F-4FDB-9110-4BF39A715BDB}">
      <dgm:prSet/>
      <dgm:spPr/>
      <dgm:t>
        <a:bodyPr/>
        <a:lstStyle/>
        <a:p>
          <a:endParaRPr lang="es-CO" sz="1600"/>
        </a:p>
      </dgm:t>
    </dgm:pt>
    <dgm:pt modelId="{27AA727F-3489-4CD5-B40F-7661290EB969}">
      <dgm:prSet custT="1">
        <dgm:style>
          <a:lnRef idx="3">
            <a:schemeClr val="lt1"/>
          </a:lnRef>
          <a:fillRef idx="1">
            <a:schemeClr val="accent2"/>
          </a:fillRef>
          <a:effectRef idx="1">
            <a:schemeClr val="accent2"/>
          </a:effectRef>
          <a:fontRef idx="minor">
            <a:schemeClr val="lt1"/>
          </a:fontRef>
        </dgm:style>
      </dgm:prSet>
      <dgm:spPr>
        <a:solidFill>
          <a:srgbClr val="FB9815"/>
        </a:solidFill>
        <a:ln/>
      </dgm:spPr>
      <dgm:t>
        <a:bodyPr spcFirstLastPara="0" vert="horz" wrap="square" lIns="247650" tIns="123825" rIns="247650" bIns="123825" numCol="1" spcCol="1270" anchor="ctr" anchorCtr="0"/>
        <a:lstStyle/>
        <a:p>
          <a:pPr marL="228600" lvl="1" indent="-228600" algn="l" defTabSz="1066800">
            <a:lnSpc>
              <a:spcPct val="90000"/>
            </a:lnSpc>
            <a:spcBef>
              <a:spcPct val="0"/>
            </a:spcBef>
            <a:spcAft>
              <a:spcPct val="15000"/>
            </a:spcAft>
            <a:buChar char="•"/>
          </a:pPr>
          <a:r>
            <a:rPr lang="es-CO" sz="1800" b="0" kern="1200" dirty="0">
              <a:solidFill>
                <a:prstClr val="black"/>
              </a:solidFill>
              <a:latin typeface="Calibri" panose="020F0502020204030204"/>
              <a:ea typeface="+mn-ea"/>
              <a:cs typeface="+mn-cs"/>
            </a:rPr>
            <a:t>Parcial</a:t>
          </a:r>
          <a:r>
            <a:rPr lang="es-CO" sz="1800" b="1" kern="1200" dirty="0">
              <a:solidFill>
                <a:prstClr val="black"/>
              </a:solidFill>
              <a:latin typeface="Calibri" panose="020F0502020204030204"/>
              <a:ea typeface="+mn-ea"/>
              <a:cs typeface="+mn-cs"/>
            </a:rPr>
            <a:t> </a:t>
          </a:r>
          <a:r>
            <a:rPr lang="es-CO" sz="1800" b="0" kern="1200" dirty="0">
              <a:solidFill>
                <a:prstClr val="black"/>
              </a:solidFill>
              <a:latin typeface="Calibri" panose="020F0502020204030204"/>
              <a:ea typeface="+mn-ea"/>
              <a:cs typeface="+mn-cs"/>
            </a:rPr>
            <a:t>2</a:t>
          </a:r>
          <a:r>
            <a:rPr lang="es-CO" sz="1800" b="1" kern="1200" dirty="0">
              <a:solidFill>
                <a:prstClr val="black"/>
              </a:solidFill>
              <a:latin typeface="Calibri" panose="020F0502020204030204"/>
              <a:ea typeface="+mn-ea"/>
              <a:cs typeface="+mn-cs"/>
            </a:rPr>
            <a:t>: 15%</a:t>
          </a:r>
        </a:p>
      </dgm:t>
    </dgm:pt>
    <dgm:pt modelId="{1B09D268-4F22-4303-8FA0-ADB495A2A61E}" type="parTrans" cxnId="{BC902B2E-CFF4-4A61-B28C-EAA93438729C}">
      <dgm:prSet/>
      <dgm:spPr/>
      <dgm:t>
        <a:bodyPr/>
        <a:lstStyle/>
        <a:p>
          <a:endParaRPr lang="es-CO"/>
        </a:p>
      </dgm:t>
    </dgm:pt>
    <dgm:pt modelId="{3F7809F5-0CA9-4B8B-8DD9-22AE31CA6F8F}" type="sibTrans" cxnId="{BC902B2E-CFF4-4A61-B28C-EAA93438729C}">
      <dgm:prSet/>
      <dgm:spPr/>
      <dgm:t>
        <a:bodyPr/>
        <a:lstStyle/>
        <a:p>
          <a:endParaRPr lang="es-CO"/>
        </a:p>
      </dgm:t>
    </dgm:pt>
    <dgm:pt modelId="{7A9F4484-66AB-4297-B018-2BF1E6C0A23E}" type="pres">
      <dgm:prSet presAssocID="{733F307D-41E9-46A1-B4E1-3F1FBE42AAB3}" presName="Name0" presStyleCnt="0">
        <dgm:presLayoutVars>
          <dgm:dir/>
          <dgm:animLvl val="lvl"/>
          <dgm:resizeHandles val="exact"/>
        </dgm:presLayoutVars>
      </dgm:prSet>
      <dgm:spPr/>
    </dgm:pt>
    <dgm:pt modelId="{B34E9A07-B27B-4016-A640-534DA3229FD2}" type="pres">
      <dgm:prSet presAssocID="{5F9987EF-6DE1-43C6-9022-AEE7DA504A3A}" presName="linNode" presStyleCnt="0"/>
      <dgm:spPr/>
    </dgm:pt>
    <dgm:pt modelId="{DECC2689-4B75-4816-BC39-92F630F04AC5}" type="pres">
      <dgm:prSet presAssocID="{5F9987EF-6DE1-43C6-9022-AEE7DA504A3A}" presName="parentText" presStyleLbl="node1" presStyleIdx="0" presStyleCnt="4" custScaleX="153237">
        <dgm:presLayoutVars>
          <dgm:chMax val="1"/>
          <dgm:bulletEnabled val="1"/>
        </dgm:presLayoutVars>
      </dgm:prSet>
      <dgm:spPr/>
    </dgm:pt>
    <dgm:pt modelId="{2A8F8E0F-5C70-464B-B92F-16E333E2B798}" type="pres">
      <dgm:prSet presAssocID="{5F9987EF-6DE1-43C6-9022-AEE7DA504A3A}" presName="descendantText" presStyleLbl="alignAccFollowNode1" presStyleIdx="0" presStyleCnt="4" custScaleY="105851">
        <dgm:presLayoutVars>
          <dgm:bulletEnabled val="1"/>
        </dgm:presLayoutVars>
      </dgm:prSet>
      <dgm:spPr/>
    </dgm:pt>
    <dgm:pt modelId="{21332D12-C1F6-406C-9EF9-15E141D94C46}" type="pres">
      <dgm:prSet presAssocID="{71A39AC8-971C-4395-91EB-F5A5E977190F}" presName="sp" presStyleCnt="0"/>
      <dgm:spPr/>
    </dgm:pt>
    <dgm:pt modelId="{B1C42BAD-9D14-43F6-9741-927376D40B20}" type="pres">
      <dgm:prSet presAssocID="{69E11848-D425-4E90-B204-9A34B2058623}" presName="linNode" presStyleCnt="0"/>
      <dgm:spPr/>
    </dgm:pt>
    <dgm:pt modelId="{EEF957F6-915E-4F83-A27B-2D1B8D9BF70C}" type="pres">
      <dgm:prSet presAssocID="{69E11848-D425-4E90-B204-9A34B2058623}" presName="parentText" presStyleLbl="node1" presStyleIdx="1" presStyleCnt="4" custScaleX="129258">
        <dgm:presLayoutVars>
          <dgm:chMax val="1"/>
          <dgm:bulletEnabled val="1"/>
        </dgm:presLayoutVars>
      </dgm:prSet>
      <dgm:spPr/>
    </dgm:pt>
    <dgm:pt modelId="{F0A348C9-3BFE-499A-82AA-040CC11A86B5}" type="pres">
      <dgm:prSet presAssocID="{69E11848-D425-4E90-B204-9A34B2058623}" presName="descendantText" presStyleLbl="alignAccFollowNode1" presStyleIdx="1" presStyleCnt="4" custScaleX="86424">
        <dgm:presLayoutVars>
          <dgm:bulletEnabled val="1"/>
        </dgm:presLayoutVars>
      </dgm:prSet>
      <dgm:spPr/>
    </dgm:pt>
    <dgm:pt modelId="{6F4DF579-E4DD-4C03-A36A-2244A9FE58A0}" type="pres">
      <dgm:prSet presAssocID="{7596A3A5-DC9E-4FC8-B8E2-90B7815B32ED}" presName="sp" presStyleCnt="0"/>
      <dgm:spPr/>
    </dgm:pt>
    <dgm:pt modelId="{62B83E04-BD44-4A28-9DF9-E384C72747A2}" type="pres">
      <dgm:prSet presAssocID="{A25180B3-BB10-4051-A3D4-D5F87033DBDE}" presName="linNode" presStyleCnt="0"/>
      <dgm:spPr/>
    </dgm:pt>
    <dgm:pt modelId="{03E46844-E5A5-4398-9640-FAED523EA68B}" type="pres">
      <dgm:prSet presAssocID="{A25180B3-BB10-4051-A3D4-D5F87033DBDE}" presName="parentText" presStyleLbl="node1" presStyleIdx="2" presStyleCnt="4" custScaleX="127694">
        <dgm:presLayoutVars>
          <dgm:chMax val="1"/>
          <dgm:bulletEnabled val="1"/>
        </dgm:presLayoutVars>
      </dgm:prSet>
      <dgm:spPr/>
    </dgm:pt>
    <dgm:pt modelId="{703EDD51-B435-49E0-9626-D769C9BC82A7}" type="pres">
      <dgm:prSet presAssocID="{A25180B3-BB10-4051-A3D4-D5F87033DBDE}" presName="descendantText" presStyleLbl="alignAccFollowNode1" presStyleIdx="2" presStyleCnt="4" custScaleX="86424">
        <dgm:presLayoutVars>
          <dgm:bulletEnabled val="1"/>
        </dgm:presLayoutVars>
      </dgm:prSet>
      <dgm:spPr/>
    </dgm:pt>
    <dgm:pt modelId="{4F936B33-03EC-4F7E-AC6C-627F10559DE8}" type="pres">
      <dgm:prSet presAssocID="{1FC7DD3C-7278-4013-8F11-967211E146AF}" presName="sp" presStyleCnt="0"/>
      <dgm:spPr/>
    </dgm:pt>
    <dgm:pt modelId="{C4B70630-8DBC-4893-B61F-E07A94C6A0C7}" type="pres">
      <dgm:prSet presAssocID="{85BA61E2-E0B0-4541-BFE3-37D1DD2AE19C}" presName="linNode" presStyleCnt="0"/>
      <dgm:spPr/>
    </dgm:pt>
    <dgm:pt modelId="{2FA88318-FE1C-4A06-A6D0-B2B90D90086F}" type="pres">
      <dgm:prSet presAssocID="{85BA61E2-E0B0-4541-BFE3-37D1DD2AE19C}" presName="parentText" presStyleLbl="node1" presStyleIdx="3" presStyleCnt="4" custScaleX="147655">
        <dgm:presLayoutVars>
          <dgm:chMax val="1"/>
          <dgm:bulletEnabled val="1"/>
        </dgm:presLayoutVars>
      </dgm:prSet>
      <dgm:spPr/>
    </dgm:pt>
    <dgm:pt modelId="{B1134DD1-15E6-4EA9-81E8-CC34032129DA}" type="pres">
      <dgm:prSet presAssocID="{85BA61E2-E0B0-4541-BFE3-37D1DD2AE19C}" presName="descendantText" presStyleLbl="alignAccFollowNode1" presStyleIdx="3" presStyleCnt="4">
        <dgm:presLayoutVars>
          <dgm:bulletEnabled val="1"/>
        </dgm:presLayoutVars>
      </dgm:prSet>
      <dgm:spPr>
        <a:xfrm rot="5400000">
          <a:off x="4563250" y="2491193"/>
          <a:ext cx="960868" cy="3790530"/>
        </a:xfrm>
        <a:prstGeom prst="round2SameRect">
          <a:avLst/>
        </a:prstGeom>
      </dgm:spPr>
    </dgm:pt>
  </dgm:ptLst>
  <dgm:cxnLst>
    <dgm:cxn modelId="{BA0D9608-DDA3-40F3-8B7C-1A8858E7A966}" srcId="{A25180B3-BB10-4051-A3D4-D5F87033DBDE}" destId="{B6086A1D-ED2A-4958-A8EC-2A5E1CFDFDA4}" srcOrd="0" destOrd="0" parTransId="{A034E66E-64BB-4217-8368-567BFE6D8B29}" sibTransId="{BD4E9481-AAAD-4236-96D0-7EE479D88ABA}"/>
    <dgm:cxn modelId="{E275450D-83C9-429F-AE8C-F16874667DDE}" type="presOf" srcId="{88586FDF-50F4-49AA-BDB9-1E8A58D9E7D8}" destId="{B1134DD1-15E6-4EA9-81E8-CC34032129DA}" srcOrd="0" destOrd="2" presId="urn:microsoft.com/office/officeart/2005/8/layout/vList5"/>
    <dgm:cxn modelId="{5028BA0F-92FF-44CF-8856-7530841EF273}" type="presOf" srcId="{9F462089-8706-4B1D-A2CF-057B3E8D18CD}" destId="{2A8F8E0F-5C70-464B-B92F-16E333E2B798}" srcOrd="0" destOrd="1" presId="urn:microsoft.com/office/officeart/2005/8/layout/vList5"/>
    <dgm:cxn modelId="{CDDAC822-5644-43EA-BA34-C866FA9EC9AA}" type="presOf" srcId="{85BA61E2-E0B0-4541-BFE3-37D1DD2AE19C}" destId="{2FA88318-FE1C-4A06-A6D0-B2B90D90086F}" srcOrd="0" destOrd="0" presId="urn:microsoft.com/office/officeart/2005/8/layout/vList5"/>
    <dgm:cxn modelId="{AD79A12B-43F0-436B-8F23-6C07E552AD77}" type="presOf" srcId="{661D05A4-F279-411F-AFA0-63F5B1158C70}" destId="{B1134DD1-15E6-4EA9-81E8-CC34032129DA}" srcOrd="0" destOrd="0" presId="urn:microsoft.com/office/officeart/2005/8/layout/vList5"/>
    <dgm:cxn modelId="{BC902B2E-CFF4-4A61-B28C-EAA93438729C}" srcId="{85BA61E2-E0B0-4541-BFE3-37D1DD2AE19C}" destId="{27AA727F-3489-4CD5-B40F-7661290EB969}" srcOrd="1" destOrd="0" parTransId="{1B09D268-4F22-4303-8FA0-ADB495A2A61E}" sibTransId="{3F7809F5-0CA9-4B8B-8DD9-22AE31CA6F8F}"/>
    <dgm:cxn modelId="{7728F82F-9248-4B41-BAC1-066EBEA3D57C}" srcId="{733F307D-41E9-46A1-B4E1-3F1FBE42AAB3}" destId="{69E11848-D425-4E90-B204-9A34B2058623}" srcOrd="1" destOrd="0" parTransId="{C103A820-BF29-4FE4-8C8C-6099DEC67B0F}" sibTransId="{7596A3A5-DC9E-4FC8-B8E2-90B7815B32ED}"/>
    <dgm:cxn modelId="{7606A74E-AD01-48F9-998A-157B2767E06E}" srcId="{5F9987EF-6DE1-43C6-9022-AEE7DA504A3A}" destId="{9F462089-8706-4B1D-A2CF-057B3E8D18CD}" srcOrd="1" destOrd="0" parTransId="{7A2B91C4-B94D-447E-9F70-F56D175FE474}" sibTransId="{204345FF-0C3C-4AA6-BEA6-DB137CC2A817}"/>
    <dgm:cxn modelId="{10048981-B489-4E7A-A611-CDA3918FF613}" type="presOf" srcId="{16EA626A-CC24-48CC-88D6-AD420C34E2A3}" destId="{F0A348C9-3BFE-499A-82AA-040CC11A86B5}" srcOrd="0" destOrd="0" presId="urn:microsoft.com/office/officeart/2005/8/layout/vList5"/>
    <dgm:cxn modelId="{12139C81-B0BF-4CC8-9776-B7141CA62200}" srcId="{69E11848-D425-4E90-B204-9A34B2058623}" destId="{16EA626A-CC24-48CC-88D6-AD420C34E2A3}" srcOrd="0" destOrd="0" parTransId="{F4DD9D6A-EEB5-4FB5-8385-1331FBB51E63}" sibTransId="{80E7AE84-0262-4582-8351-42BF215C78E5}"/>
    <dgm:cxn modelId="{C4258288-77F2-4F73-8321-484C63132D4B}" type="presOf" srcId="{66AC000C-7039-42CE-9227-098C63E5C027}" destId="{703EDD51-B435-49E0-9626-D769C9BC82A7}" srcOrd="0" destOrd="1" presId="urn:microsoft.com/office/officeart/2005/8/layout/vList5"/>
    <dgm:cxn modelId="{4F44BE9E-C9FF-444F-B948-5E64DEC15B77}" srcId="{733F307D-41E9-46A1-B4E1-3F1FBE42AAB3}" destId="{85BA61E2-E0B0-4541-BFE3-37D1DD2AE19C}" srcOrd="3" destOrd="0" parTransId="{F00D1EAE-601C-44A0-AF2D-C8AB865E95A7}" sibTransId="{4CBD2444-A350-4A9E-B177-6F6F86EAAB19}"/>
    <dgm:cxn modelId="{32D58BAB-A557-4B16-AFF1-8D7F938A7B3B}" type="presOf" srcId="{27AA727F-3489-4CD5-B40F-7661290EB969}" destId="{B1134DD1-15E6-4EA9-81E8-CC34032129DA}" srcOrd="0" destOrd="1" presId="urn:microsoft.com/office/officeart/2005/8/layout/vList5"/>
    <dgm:cxn modelId="{D2B721B0-C052-4906-89CE-2CCDBB7544BB}" type="presOf" srcId="{A25180B3-BB10-4051-A3D4-D5F87033DBDE}" destId="{03E46844-E5A5-4398-9640-FAED523EA68B}" srcOrd="0" destOrd="0" presId="urn:microsoft.com/office/officeart/2005/8/layout/vList5"/>
    <dgm:cxn modelId="{1C57EBB0-44CE-44A8-A0E8-4C8547A92118}" srcId="{85BA61E2-E0B0-4541-BFE3-37D1DD2AE19C}" destId="{661D05A4-F279-411F-AFA0-63F5B1158C70}" srcOrd="0" destOrd="0" parTransId="{D8A40214-3FA4-4037-91C8-CDB3629E8843}" sibTransId="{9AC792F3-565A-4B94-81CE-2E939AA15F8B}"/>
    <dgm:cxn modelId="{BE34DCB3-7DF9-4CAD-B6F3-B5C0E8D819CE}" type="presOf" srcId="{CE70AE95-4138-41D9-82E5-5B8C976FA0CA}" destId="{2A8F8E0F-5C70-464B-B92F-16E333E2B798}" srcOrd="0" destOrd="0" presId="urn:microsoft.com/office/officeart/2005/8/layout/vList5"/>
    <dgm:cxn modelId="{B8F460BF-905B-4C4D-AB8A-68B29DE56732}" type="presOf" srcId="{733F307D-41E9-46A1-B4E1-3F1FBE42AAB3}" destId="{7A9F4484-66AB-4297-B018-2BF1E6C0A23E}" srcOrd="0" destOrd="0" presId="urn:microsoft.com/office/officeart/2005/8/layout/vList5"/>
    <dgm:cxn modelId="{D7277BBF-07A4-4CC1-9ACB-CFA376564FE2}" srcId="{A25180B3-BB10-4051-A3D4-D5F87033DBDE}" destId="{66AC000C-7039-42CE-9227-098C63E5C027}" srcOrd="1" destOrd="0" parTransId="{610EB7A5-88A4-4735-BDC2-A0A70A35D747}" sibTransId="{01B1A3A4-7999-4C29-92EC-3552BB465FE8}"/>
    <dgm:cxn modelId="{879BC3BF-CF34-4ECC-ADDD-678C5DD94BF6}" srcId="{733F307D-41E9-46A1-B4E1-3F1FBE42AAB3}" destId="{A25180B3-BB10-4051-A3D4-D5F87033DBDE}" srcOrd="2" destOrd="0" parTransId="{C3C68A79-067F-4A0A-8E35-1137F1B6220C}" sibTransId="{1FC7DD3C-7278-4013-8F11-967211E146AF}"/>
    <dgm:cxn modelId="{EECA23C6-3B0C-4B62-B1B0-E0EB0F04647B}" type="presOf" srcId="{69E11848-D425-4E90-B204-9A34B2058623}" destId="{EEF957F6-915E-4F83-A27B-2D1B8D9BF70C}" srcOrd="0" destOrd="0" presId="urn:microsoft.com/office/officeart/2005/8/layout/vList5"/>
    <dgm:cxn modelId="{17526ACA-FD94-4A14-9549-11069E9A7A7D}" srcId="{5F9987EF-6DE1-43C6-9022-AEE7DA504A3A}" destId="{CE70AE95-4138-41D9-82E5-5B8C976FA0CA}" srcOrd="0" destOrd="0" parTransId="{4F084702-E7D9-4BC0-BA26-B6526E51CC42}" sibTransId="{F8F30106-564F-44FF-86DD-1401F6F974EC}"/>
    <dgm:cxn modelId="{47563DD1-A2E9-48B3-9950-584EA032B4E6}" type="presOf" srcId="{B6086A1D-ED2A-4958-A8EC-2A5E1CFDFDA4}" destId="{703EDD51-B435-49E0-9626-D769C9BC82A7}" srcOrd="0" destOrd="0" presId="urn:microsoft.com/office/officeart/2005/8/layout/vList5"/>
    <dgm:cxn modelId="{E41BDBE0-302F-4FDB-9110-4BF39A715BDB}" srcId="{85BA61E2-E0B0-4541-BFE3-37D1DD2AE19C}" destId="{88586FDF-50F4-49AA-BDB9-1E8A58D9E7D8}" srcOrd="2" destOrd="0" parTransId="{DC09D3DB-F271-45E2-A263-48DCB9519CF8}" sibTransId="{76FCDBA7-C813-485E-B08E-C7F643A1021D}"/>
    <dgm:cxn modelId="{73008CEA-F49E-4FCA-99B7-AAE90F08E75B}" srcId="{733F307D-41E9-46A1-B4E1-3F1FBE42AAB3}" destId="{5F9987EF-6DE1-43C6-9022-AEE7DA504A3A}" srcOrd="0" destOrd="0" parTransId="{33D435A9-70E3-4CD2-9FFD-4724A39D6922}" sibTransId="{71A39AC8-971C-4395-91EB-F5A5E977190F}"/>
    <dgm:cxn modelId="{D3CC1CF2-7E5C-4C99-B84C-895EB1A71817}" type="presOf" srcId="{5F9987EF-6DE1-43C6-9022-AEE7DA504A3A}" destId="{DECC2689-4B75-4816-BC39-92F630F04AC5}" srcOrd="0" destOrd="0" presId="urn:microsoft.com/office/officeart/2005/8/layout/vList5"/>
    <dgm:cxn modelId="{91670C42-5415-4679-B0AA-73C6D7DC3385}" type="presParOf" srcId="{7A9F4484-66AB-4297-B018-2BF1E6C0A23E}" destId="{B34E9A07-B27B-4016-A640-534DA3229FD2}" srcOrd="0" destOrd="0" presId="urn:microsoft.com/office/officeart/2005/8/layout/vList5"/>
    <dgm:cxn modelId="{A850B42C-5026-48DB-89AE-9AD87AC7C2C2}" type="presParOf" srcId="{B34E9A07-B27B-4016-A640-534DA3229FD2}" destId="{DECC2689-4B75-4816-BC39-92F630F04AC5}" srcOrd="0" destOrd="0" presId="urn:microsoft.com/office/officeart/2005/8/layout/vList5"/>
    <dgm:cxn modelId="{22C8F496-9EF2-40DA-95D8-89B71AE2E2CA}" type="presParOf" srcId="{B34E9A07-B27B-4016-A640-534DA3229FD2}" destId="{2A8F8E0F-5C70-464B-B92F-16E333E2B798}" srcOrd="1" destOrd="0" presId="urn:microsoft.com/office/officeart/2005/8/layout/vList5"/>
    <dgm:cxn modelId="{72ECF6F6-17D9-42B9-9577-AABE1C8D6438}" type="presParOf" srcId="{7A9F4484-66AB-4297-B018-2BF1E6C0A23E}" destId="{21332D12-C1F6-406C-9EF9-15E141D94C46}" srcOrd="1" destOrd="0" presId="urn:microsoft.com/office/officeart/2005/8/layout/vList5"/>
    <dgm:cxn modelId="{3CAC4FA9-C30C-437D-A007-7285331DC9D1}" type="presParOf" srcId="{7A9F4484-66AB-4297-B018-2BF1E6C0A23E}" destId="{B1C42BAD-9D14-43F6-9741-927376D40B20}" srcOrd="2" destOrd="0" presId="urn:microsoft.com/office/officeart/2005/8/layout/vList5"/>
    <dgm:cxn modelId="{81EC9451-B62E-40D4-8F3C-8B7B39870D8F}" type="presParOf" srcId="{B1C42BAD-9D14-43F6-9741-927376D40B20}" destId="{EEF957F6-915E-4F83-A27B-2D1B8D9BF70C}" srcOrd="0" destOrd="0" presId="urn:microsoft.com/office/officeart/2005/8/layout/vList5"/>
    <dgm:cxn modelId="{22F717AD-3C5F-448C-B6BA-BD8CA4C0B5BA}" type="presParOf" srcId="{B1C42BAD-9D14-43F6-9741-927376D40B20}" destId="{F0A348C9-3BFE-499A-82AA-040CC11A86B5}" srcOrd="1" destOrd="0" presId="urn:microsoft.com/office/officeart/2005/8/layout/vList5"/>
    <dgm:cxn modelId="{F3B1190C-3B82-41DE-8D09-810EAE0D19A2}" type="presParOf" srcId="{7A9F4484-66AB-4297-B018-2BF1E6C0A23E}" destId="{6F4DF579-E4DD-4C03-A36A-2244A9FE58A0}" srcOrd="3" destOrd="0" presId="urn:microsoft.com/office/officeart/2005/8/layout/vList5"/>
    <dgm:cxn modelId="{0F94C05F-FACB-4343-8A91-9A50360B9F91}" type="presParOf" srcId="{7A9F4484-66AB-4297-B018-2BF1E6C0A23E}" destId="{62B83E04-BD44-4A28-9DF9-E384C72747A2}" srcOrd="4" destOrd="0" presId="urn:microsoft.com/office/officeart/2005/8/layout/vList5"/>
    <dgm:cxn modelId="{B38D07B1-1878-449A-840A-8129A11C950C}" type="presParOf" srcId="{62B83E04-BD44-4A28-9DF9-E384C72747A2}" destId="{03E46844-E5A5-4398-9640-FAED523EA68B}" srcOrd="0" destOrd="0" presId="urn:microsoft.com/office/officeart/2005/8/layout/vList5"/>
    <dgm:cxn modelId="{19DD8A48-B03D-4C37-8E21-0A79F078FFB8}" type="presParOf" srcId="{62B83E04-BD44-4A28-9DF9-E384C72747A2}" destId="{703EDD51-B435-49E0-9626-D769C9BC82A7}" srcOrd="1" destOrd="0" presId="urn:microsoft.com/office/officeart/2005/8/layout/vList5"/>
    <dgm:cxn modelId="{197711DA-98A1-4E7B-A3C3-0435BA827EA2}" type="presParOf" srcId="{7A9F4484-66AB-4297-B018-2BF1E6C0A23E}" destId="{4F936B33-03EC-4F7E-AC6C-627F10559DE8}" srcOrd="5" destOrd="0" presId="urn:microsoft.com/office/officeart/2005/8/layout/vList5"/>
    <dgm:cxn modelId="{964A00A1-49BB-444A-9433-F588C4ED088B}" type="presParOf" srcId="{7A9F4484-66AB-4297-B018-2BF1E6C0A23E}" destId="{C4B70630-8DBC-4893-B61F-E07A94C6A0C7}" srcOrd="6" destOrd="0" presId="urn:microsoft.com/office/officeart/2005/8/layout/vList5"/>
    <dgm:cxn modelId="{7CCEAAA0-93B2-49CF-8281-511947956BA7}" type="presParOf" srcId="{C4B70630-8DBC-4893-B61F-E07A94C6A0C7}" destId="{2FA88318-FE1C-4A06-A6D0-B2B90D90086F}" srcOrd="0" destOrd="0" presId="urn:microsoft.com/office/officeart/2005/8/layout/vList5"/>
    <dgm:cxn modelId="{4D751C7D-99D1-4BA8-B043-2AA15C71625C}" type="presParOf" srcId="{C4B70630-8DBC-4893-B61F-E07A94C6A0C7}" destId="{B1134DD1-15E6-4EA9-81E8-CC34032129DA}" srcOrd="1" destOrd="0" presId="urn:microsoft.com/office/officeart/2005/8/layout/vList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A8F8E0F-5C70-464B-B92F-16E333E2B798}">
      <dsp:nvSpPr>
        <dsp:cNvPr id="0" name=""/>
        <dsp:cNvSpPr/>
      </dsp:nvSpPr>
      <dsp:spPr>
        <a:xfrm rot="5400000">
          <a:off x="4686949" y="-1357445"/>
          <a:ext cx="887169" cy="3766909"/>
        </a:xfrm>
        <a:prstGeom prst="round2SameRect">
          <a:avLst/>
        </a:prstGeom>
        <a:solidFill>
          <a:srgbClr val="FB9815"/>
        </a:solidFill>
        <a:ln w="19050" cap="flat" cmpd="sng" algn="ctr">
          <a:solidFill>
            <a:schemeClr val="lt1"/>
          </a:solidFill>
          <a:prstDash val="solid"/>
          <a:miter lim="800000"/>
        </a:ln>
        <a:effectLst/>
      </dsp:spPr>
      <dsp:style>
        <a:lnRef idx="3">
          <a:schemeClr val="lt1"/>
        </a:lnRef>
        <a:fillRef idx="1">
          <a:schemeClr val="accent2"/>
        </a:fillRef>
        <a:effectRef idx="1">
          <a:schemeClr val="accent2"/>
        </a:effectRef>
        <a:fontRef idx="minor">
          <a:schemeClr val="lt1"/>
        </a:fontRef>
      </dsp:style>
      <dsp:txBody>
        <a:bodyPr spcFirstLastPara="0" vert="horz" wrap="square" lIns="247650" tIns="123825" rIns="247650" bIns="123825" numCol="1" spcCol="1270" anchor="ctr" anchorCtr="0">
          <a:noAutofit/>
        </a:bodyPr>
        <a:lstStyle/>
        <a:p>
          <a:pPr marL="228600" lvl="1" indent="-228600" algn="l" defTabSz="889000">
            <a:lnSpc>
              <a:spcPct val="90000"/>
            </a:lnSpc>
            <a:spcBef>
              <a:spcPct val="0"/>
            </a:spcBef>
            <a:spcAft>
              <a:spcPct val="15000"/>
            </a:spcAft>
            <a:buChar char="•"/>
          </a:pPr>
          <a:r>
            <a:rPr lang="es-CO" sz="2000" kern="1200" dirty="0">
              <a:solidFill>
                <a:schemeClr val="tx1"/>
              </a:solidFill>
            </a:rPr>
            <a:t>Entrega 1: </a:t>
          </a:r>
          <a:r>
            <a:rPr lang="es-CO" sz="2000" b="1" kern="1200" dirty="0">
              <a:solidFill>
                <a:schemeClr val="tx1"/>
              </a:solidFill>
            </a:rPr>
            <a:t>10%</a:t>
          </a:r>
        </a:p>
        <a:p>
          <a:pPr marL="228600" lvl="1" indent="-228600" algn="l" defTabSz="889000">
            <a:lnSpc>
              <a:spcPct val="90000"/>
            </a:lnSpc>
            <a:spcBef>
              <a:spcPct val="0"/>
            </a:spcBef>
            <a:spcAft>
              <a:spcPct val="15000"/>
            </a:spcAft>
            <a:buChar char="•"/>
          </a:pPr>
          <a:r>
            <a:rPr lang="es-CO" sz="2000" kern="1200" dirty="0">
              <a:solidFill>
                <a:schemeClr val="tx1"/>
              </a:solidFill>
            </a:rPr>
            <a:t>Entrega 2: </a:t>
          </a:r>
          <a:r>
            <a:rPr lang="es-CO" sz="2000" b="1" kern="1200" dirty="0">
              <a:solidFill>
                <a:schemeClr val="tx1"/>
              </a:solidFill>
            </a:rPr>
            <a:t>10%</a:t>
          </a:r>
        </a:p>
      </dsp:txBody>
      <dsp:txXfrm rot="-5400000">
        <a:off x="3247079" y="125733"/>
        <a:ext cx="3723601" cy="800553"/>
      </dsp:txXfrm>
    </dsp:sp>
    <dsp:sp modelId="{DECC2689-4B75-4816-BC39-92F630F04AC5}">
      <dsp:nvSpPr>
        <dsp:cNvPr id="0" name=""/>
        <dsp:cNvSpPr/>
      </dsp:nvSpPr>
      <dsp:spPr>
        <a:xfrm>
          <a:off x="161" y="2178"/>
          <a:ext cx="3246918" cy="1047663"/>
        </a:xfrm>
        <a:prstGeom prst="roundRect">
          <a:avLst/>
        </a:prstGeom>
        <a:solidFill>
          <a:schemeClr val="bg1">
            <a:lumMod val="85000"/>
          </a:schemeClr>
        </a:solidFill>
        <a:ln w="19050" cap="flat" cmpd="sng" algn="ctr">
          <a:solidFill>
            <a:schemeClr val="lt1"/>
          </a:solidFill>
          <a:prstDash val="solid"/>
          <a:miter lim="800000"/>
        </a:ln>
        <a:effectLst/>
      </dsp:spPr>
      <dsp:style>
        <a:lnRef idx="3">
          <a:schemeClr val="lt1"/>
        </a:lnRef>
        <a:fillRef idx="1">
          <a:schemeClr val="accent2"/>
        </a:fillRef>
        <a:effectRef idx="1">
          <a:schemeClr val="accent2"/>
        </a:effectRef>
        <a:fontRef idx="minor">
          <a:schemeClr val="lt1"/>
        </a:fontRef>
      </dsp:style>
      <dsp:txBody>
        <a:bodyPr spcFirstLastPara="0" vert="horz" wrap="square" lIns="121920" tIns="60960" rIns="121920" bIns="60960" numCol="1" spcCol="1270" anchor="ctr" anchorCtr="0">
          <a:noAutofit/>
        </a:bodyPr>
        <a:lstStyle/>
        <a:p>
          <a:pPr marL="0" lvl="0" indent="0" algn="ctr" defTabSz="1422400">
            <a:lnSpc>
              <a:spcPct val="90000"/>
            </a:lnSpc>
            <a:spcBef>
              <a:spcPct val="0"/>
            </a:spcBef>
            <a:spcAft>
              <a:spcPct val="35000"/>
            </a:spcAft>
            <a:buNone/>
          </a:pPr>
          <a:r>
            <a:rPr lang="es-CO" sz="3200" kern="1200">
              <a:solidFill>
                <a:schemeClr val="tx1"/>
              </a:solidFill>
            </a:rPr>
            <a:t>Proyecto</a:t>
          </a:r>
        </a:p>
      </dsp:txBody>
      <dsp:txXfrm>
        <a:off x="51304" y="53321"/>
        <a:ext cx="3144632" cy="945377"/>
      </dsp:txXfrm>
    </dsp:sp>
    <dsp:sp modelId="{F0A348C9-3BFE-499A-82AA-040CC11A86B5}">
      <dsp:nvSpPr>
        <dsp:cNvPr id="0" name=""/>
        <dsp:cNvSpPr/>
      </dsp:nvSpPr>
      <dsp:spPr>
        <a:xfrm rot="5400000">
          <a:off x="4689851" y="-278362"/>
          <a:ext cx="838130" cy="3808837"/>
        </a:xfrm>
        <a:prstGeom prst="round2SameRect">
          <a:avLst/>
        </a:prstGeom>
        <a:solidFill>
          <a:srgbClr val="FB9815"/>
        </a:solidFill>
        <a:ln w="19050" cap="flat" cmpd="sng" algn="ctr">
          <a:solidFill>
            <a:schemeClr val="lt1"/>
          </a:solidFill>
          <a:prstDash val="solid"/>
          <a:miter lim="800000"/>
        </a:ln>
        <a:effectLst/>
      </dsp:spPr>
      <dsp:style>
        <a:lnRef idx="3">
          <a:schemeClr val="lt1"/>
        </a:lnRef>
        <a:fillRef idx="1">
          <a:schemeClr val="accent2"/>
        </a:fillRef>
        <a:effectRef idx="1">
          <a:schemeClr val="accent2"/>
        </a:effectRef>
        <a:fontRef idx="minor">
          <a:schemeClr val="lt1"/>
        </a:fontRef>
      </dsp:style>
      <dsp:txBody>
        <a:bodyPr spcFirstLastPara="0" vert="horz" wrap="square" lIns="247650" tIns="123825" rIns="247650" bIns="123825" numCol="1" spcCol="1270" anchor="ctr" anchorCtr="0">
          <a:noAutofit/>
        </a:bodyPr>
        <a:lstStyle/>
        <a:p>
          <a:pPr marL="228600" lvl="1" indent="-228600" algn="l" defTabSz="889000">
            <a:lnSpc>
              <a:spcPct val="90000"/>
            </a:lnSpc>
            <a:spcBef>
              <a:spcPct val="0"/>
            </a:spcBef>
            <a:spcAft>
              <a:spcPct val="15000"/>
            </a:spcAft>
            <a:buChar char="•"/>
          </a:pPr>
          <a:r>
            <a:rPr lang="es-CO" sz="2000" kern="1200">
              <a:solidFill>
                <a:schemeClr val="tx1"/>
              </a:solidFill>
              <a:latin typeface="Calibri" panose="020F0502020204030204"/>
              <a:ea typeface="+mn-ea"/>
              <a:cs typeface="+mn-cs"/>
            </a:rPr>
            <a:t>Talleres (x8): </a:t>
          </a:r>
          <a:r>
            <a:rPr lang="es-CO" sz="2000" b="1" kern="1200">
              <a:solidFill>
                <a:schemeClr val="tx1"/>
              </a:solidFill>
              <a:latin typeface="Calibri" panose="020F0502020204030204"/>
              <a:ea typeface="+mn-ea"/>
              <a:cs typeface="+mn-cs"/>
            </a:rPr>
            <a:t>12%</a:t>
          </a:r>
        </a:p>
      </dsp:txBody>
      <dsp:txXfrm rot="-5400000">
        <a:off x="3204498" y="1247905"/>
        <a:ext cx="3767923" cy="756302"/>
      </dsp:txXfrm>
    </dsp:sp>
    <dsp:sp modelId="{EEF957F6-915E-4F83-A27B-2D1B8D9BF70C}">
      <dsp:nvSpPr>
        <dsp:cNvPr id="0" name=""/>
        <dsp:cNvSpPr/>
      </dsp:nvSpPr>
      <dsp:spPr>
        <a:xfrm>
          <a:off x="161" y="1102224"/>
          <a:ext cx="3204336" cy="1047663"/>
        </a:xfrm>
        <a:prstGeom prst="roundRect">
          <a:avLst/>
        </a:prstGeom>
        <a:solidFill>
          <a:schemeClr val="bg1">
            <a:lumMod val="85000"/>
          </a:schemeClr>
        </a:solidFill>
        <a:ln w="19050" cap="flat" cmpd="sng" algn="ctr">
          <a:solidFill>
            <a:schemeClr val="lt1"/>
          </a:solidFill>
          <a:prstDash val="solid"/>
          <a:miter lim="800000"/>
        </a:ln>
        <a:effectLst/>
      </dsp:spPr>
      <dsp:style>
        <a:lnRef idx="3">
          <a:schemeClr val="lt1"/>
        </a:lnRef>
        <a:fillRef idx="1">
          <a:schemeClr val="accent2"/>
        </a:fillRef>
        <a:effectRef idx="1">
          <a:schemeClr val="accent2"/>
        </a:effectRef>
        <a:fontRef idx="minor">
          <a:schemeClr val="lt1"/>
        </a:fontRef>
      </dsp:style>
      <dsp:txBody>
        <a:bodyPr spcFirstLastPara="0" vert="horz" wrap="square" lIns="121920" tIns="60960" rIns="121920" bIns="60960" numCol="1" spcCol="1270" anchor="ctr" anchorCtr="0">
          <a:noAutofit/>
        </a:bodyPr>
        <a:lstStyle/>
        <a:p>
          <a:pPr marL="0" lvl="0" indent="0" algn="ctr" defTabSz="1422400">
            <a:lnSpc>
              <a:spcPct val="90000"/>
            </a:lnSpc>
            <a:spcBef>
              <a:spcPct val="0"/>
            </a:spcBef>
            <a:spcAft>
              <a:spcPct val="35000"/>
            </a:spcAft>
            <a:buNone/>
          </a:pPr>
          <a:r>
            <a:rPr lang="es-CO" sz="3200" kern="1200">
              <a:solidFill>
                <a:schemeClr val="tx1"/>
              </a:solidFill>
            </a:rPr>
            <a:t>Talleres</a:t>
          </a:r>
        </a:p>
      </dsp:txBody>
      <dsp:txXfrm>
        <a:off x="51304" y="1153367"/>
        <a:ext cx="3102050" cy="945377"/>
      </dsp:txXfrm>
    </dsp:sp>
    <dsp:sp modelId="{703EDD51-B435-49E0-9626-D769C9BC82A7}">
      <dsp:nvSpPr>
        <dsp:cNvPr id="0" name=""/>
        <dsp:cNvSpPr/>
      </dsp:nvSpPr>
      <dsp:spPr>
        <a:xfrm rot="5400000">
          <a:off x="4681347" y="810314"/>
          <a:ext cx="838130" cy="3831577"/>
        </a:xfrm>
        <a:prstGeom prst="round2SameRect">
          <a:avLst/>
        </a:prstGeom>
        <a:solidFill>
          <a:srgbClr val="FB9815"/>
        </a:solidFill>
        <a:ln w="19050" cap="flat" cmpd="sng" algn="ctr">
          <a:solidFill>
            <a:schemeClr val="lt1"/>
          </a:solidFill>
          <a:prstDash val="solid"/>
          <a:miter lim="800000"/>
        </a:ln>
        <a:effectLst/>
      </dsp:spPr>
      <dsp:style>
        <a:lnRef idx="3">
          <a:schemeClr val="lt1"/>
        </a:lnRef>
        <a:fillRef idx="1">
          <a:schemeClr val="accent2"/>
        </a:fillRef>
        <a:effectRef idx="1">
          <a:schemeClr val="accent2"/>
        </a:effectRef>
        <a:fontRef idx="minor">
          <a:schemeClr val="lt1"/>
        </a:fontRef>
      </dsp:style>
      <dsp:txBody>
        <a:bodyPr spcFirstLastPara="0" vert="horz" wrap="square" lIns="247650" tIns="123825" rIns="247650" bIns="123825" numCol="1" spcCol="1270" anchor="ctr" anchorCtr="0">
          <a:noAutofit/>
        </a:bodyPr>
        <a:lstStyle/>
        <a:p>
          <a:pPr marL="171450" lvl="1" indent="-171450" algn="l" defTabSz="800100">
            <a:lnSpc>
              <a:spcPct val="90000"/>
            </a:lnSpc>
            <a:spcBef>
              <a:spcPct val="0"/>
            </a:spcBef>
            <a:spcAft>
              <a:spcPct val="15000"/>
            </a:spcAft>
            <a:buChar char="•"/>
          </a:pPr>
          <a:r>
            <a:rPr lang="es-CO" sz="1800" kern="1200" dirty="0" err="1">
              <a:solidFill>
                <a:schemeClr val="tx1"/>
              </a:solidFill>
              <a:latin typeface="Calibri" panose="020F0502020204030204"/>
              <a:ea typeface="+mn-ea"/>
              <a:cs typeface="+mn-cs"/>
            </a:rPr>
            <a:t>Quices</a:t>
          </a:r>
          <a:r>
            <a:rPr lang="es-CO" sz="1800" kern="1200" dirty="0">
              <a:solidFill>
                <a:schemeClr val="tx1"/>
              </a:solidFill>
              <a:latin typeface="Calibri" panose="020F0502020204030204"/>
              <a:ea typeface="+mn-ea"/>
              <a:cs typeface="+mn-cs"/>
            </a:rPr>
            <a:t> (x8): </a:t>
          </a:r>
          <a:r>
            <a:rPr lang="es-CO" sz="2000" b="1" kern="1200" dirty="0">
              <a:solidFill>
                <a:schemeClr val="tx1"/>
              </a:solidFill>
              <a:latin typeface="Calibri" panose="020F0502020204030204"/>
              <a:ea typeface="+mn-ea"/>
              <a:cs typeface="+mn-cs"/>
            </a:rPr>
            <a:t>16%</a:t>
          </a:r>
          <a:endParaRPr lang="es-CO" sz="1800" b="1" kern="1200" dirty="0">
            <a:solidFill>
              <a:schemeClr val="tx1"/>
            </a:solidFill>
            <a:latin typeface="Calibri" panose="020F0502020204030204"/>
            <a:ea typeface="+mn-ea"/>
            <a:cs typeface="+mn-cs"/>
          </a:endParaRPr>
        </a:p>
        <a:p>
          <a:pPr marL="171450" lvl="1" indent="-171450" algn="l" defTabSz="800100">
            <a:lnSpc>
              <a:spcPct val="90000"/>
            </a:lnSpc>
            <a:spcBef>
              <a:spcPct val="0"/>
            </a:spcBef>
            <a:spcAft>
              <a:spcPct val="15000"/>
            </a:spcAft>
            <a:buChar char="•"/>
          </a:pPr>
          <a:r>
            <a:rPr lang="es-CO" sz="1800" b="0" kern="1200" dirty="0">
              <a:solidFill>
                <a:schemeClr val="tx1"/>
              </a:solidFill>
              <a:latin typeface="Calibri" panose="020F0502020204030204"/>
              <a:ea typeface="+mn-ea"/>
              <a:cs typeface="+mn-cs"/>
            </a:rPr>
            <a:t>Prueba general: </a:t>
          </a:r>
          <a:r>
            <a:rPr lang="es-CO" sz="2000" b="1" kern="1200" dirty="0">
              <a:solidFill>
                <a:schemeClr val="tx1"/>
              </a:solidFill>
              <a:latin typeface="Calibri" panose="020F0502020204030204"/>
              <a:ea typeface="+mn-ea"/>
              <a:cs typeface="+mn-cs"/>
            </a:rPr>
            <a:t>4%</a:t>
          </a:r>
          <a:endParaRPr lang="es-CO" sz="1800" b="1" kern="1200" dirty="0">
            <a:solidFill>
              <a:schemeClr val="tx1"/>
            </a:solidFill>
            <a:latin typeface="Calibri" panose="020F0502020204030204"/>
            <a:ea typeface="+mn-ea"/>
            <a:cs typeface="+mn-cs"/>
          </a:endParaRPr>
        </a:p>
      </dsp:txBody>
      <dsp:txXfrm rot="-5400000">
        <a:off x="3184624" y="2347951"/>
        <a:ext cx="3790663" cy="756302"/>
      </dsp:txXfrm>
    </dsp:sp>
    <dsp:sp modelId="{03E46844-E5A5-4398-9640-FAED523EA68B}">
      <dsp:nvSpPr>
        <dsp:cNvPr id="0" name=""/>
        <dsp:cNvSpPr/>
      </dsp:nvSpPr>
      <dsp:spPr>
        <a:xfrm>
          <a:off x="161" y="2202271"/>
          <a:ext cx="3184463" cy="1047663"/>
        </a:xfrm>
        <a:prstGeom prst="roundRect">
          <a:avLst/>
        </a:prstGeom>
        <a:solidFill>
          <a:schemeClr val="bg1">
            <a:lumMod val="85000"/>
          </a:schemeClr>
        </a:solidFill>
        <a:ln w="19050" cap="flat" cmpd="sng" algn="ctr">
          <a:solidFill>
            <a:schemeClr val="lt1"/>
          </a:solidFill>
          <a:prstDash val="solid"/>
          <a:miter lim="800000"/>
        </a:ln>
        <a:effectLst/>
      </dsp:spPr>
      <dsp:style>
        <a:lnRef idx="3">
          <a:schemeClr val="lt1"/>
        </a:lnRef>
        <a:fillRef idx="1">
          <a:schemeClr val="accent2"/>
        </a:fillRef>
        <a:effectRef idx="1">
          <a:schemeClr val="accent2"/>
        </a:effectRef>
        <a:fontRef idx="minor">
          <a:schemeClr val="lt1"/>
        </a:fontRef>
      </dsp:style>
      <dsp:txBody>
        <a:bodyPr spcFirstLastPara="0" vert="horz" wrap="square" lIns="121920" tIns="60960" rIns="121920" bIns="60960" numCol="1" spcCol="1270" anchor="ctr" anchorCtr="0">
          <a:noAutofit/>
        </a:bodyPr>
        <a:lstStyle/>
        <a:p>
          <a:pPr marL="0" lvl="0" indent="0" algn="ctr" defTabSz="1422400">
            <a:lnSpc>
              <a:spcPct val="90000"/>
            </a:lnSpc>
            <a:spcBef>
              <a:spcPct val="0"/>
            </a:spcBef>
            <a:spcAft>
              <a:spcPct val="35000"/>
            </a:spcAft>
            <a:buNone/>
          </a:pPr>
          <a:r>
            <a:rPr lang="es-CO" sz="3200" kern="1200" err="1">
              <a:solidFill>
                <a:schemeClr val="tx1"/>
              </a:solidFill>
            </a:rPr>
            <a:t>Quices</a:t>
          </a:r>
          <a:endParaRPr lang="es-CO" sz="3200" kern="1200">
            <a:solidFill>
              <a:schemeClr val="tx1"/>
            </a:solidFill>
          </a:endParaRPr>
        </a:p>
      </dsp:txBody>
      <dsp:txXfrm>
        <a:off x="51304" y="2253414"/>
        <a:ext cx="3082177" cy="945377"/>
      </dsp:txXfrm>
    </dsp:sp>
    <dsp:sp modelId="{B1134DD1-15E6-4EA9-81E8-CC34032129DA}">
      <dsp:nvSpPr>
        <dsp:cNvPr id="0" name=""/>
        <dsp:cNvSpPr/>
      </dsp:nvSpPr>
      <dsp:spPr>
        <a:xfrm rot="5400000">
          <a:off x="4680715" y="1909805"/>
          <a:ext cx="838130" cy="3832688"/>
        </a:xfrm>
        <a:prstGeom prst="round2SameRect">
          <a:avLst/>
        </a:prstGeom>
        <a:solidFill>
          <a:srgbClr val="FB9815"/>
        </a:solidFill>
        <a:ln w="19050" cap="flat" cmpd="sng" algn="ctr">
          <a:solidFill>
            <a:schemeClr val="lt1"/>
          </a:solidFill>
          <a:prstDash val="solid"/>
          <a:miter lim="800000"/>
        </a:ln>
        <a:effectLst/>
      </dsp:spPr>
      <dsp:style>
        <a:lnRef idx="3">
          <a:schemeClr val="lt1"/>
        </a:lnRef>
        <a:fillRef idx="1">
          <a:schemeClr val="accent2"/>
        </a:fillRef>
        <a:effectRef idx="1">
          <a:schemeClr val="accent2"/>
        </a:effectRef>
        <a:fontRef idx="minor">
          <a:schemeClr val="lt1"/>
        </a:fontRef>
      </dsp:style>
      <dsp:txBody>
        <a:bodyPr spcFirstLastPara="0" vert="horz" wrap="square" lIns="247650" tIns="123825" rIns="247650" bIns="123825" numCol="1" spcCol="1270" anchor="ctr" anchorCtr="0">
          <a:noAutofit/>
        </a:bodyPr>
        <a:lstStyle/>
        <a:p>
          <a:pPr marL="228600" lvl="1" indent="-228600" algn="l" defTabSz="1066800">
            <a:lnSpc>
              <a:spcPct val="90000"/>
            </a:lnSpc>
            <a:spcBef>
              <a:spcPct val="0"/>
            </a:spcBef>
            <a:spcAft>
              <a:spcPct val="15000"/>
            </a:spcAft>
            <a:buChar char="•"/>
          </a:pPr>
          <a:r>
            <a:rPr lang="es-CO" sz="1800" kern="1200" dirty="0">
              <a:solidFill>
                <a:prstClr val="black"/>
              </a:solidFill>
              <a:latin typeface="Calibri" panose="020F0502020204030204"/>
              <a:ea typeface="+mn-ea"/>
              <a:cs typeface="+mn-cs"/>
            </a:rPr>
            <a:t>Parcial 1: </a:t>
          </a:r>
          <a:r>
            <a:rPr lang="es-CO" sz="1800" b="1" kern="1200" dirty="0">
              <a:solidFill>
                <a:prstClr val="black"/>
              </a:solidFill>
              <a:latin typeface="Calibri" panose="020F0502020204030204"/>
              <a:ea typeface="+mn-ea"/>
              <a:cs typeface="+mn-cs"/>
            </a:rPr>
            <a:t>15%</a:t>
          </a:r>
        </a:p>
        <a:p>
          <a:pPr marL="228600" lvl="1" indent="-228600" algn="l" defTabSz="1066800">
            <a:lnSpc>
              <a:spcPct val="90000"/>
            </a:lnSpc>
            <a:spcBef>
              <a:spcPct val="0"/>
            </a:spcBef>
            <a:spcAft>
              <a:spcPct val="15000"/>
            </a:spcAft>
            <a:buChar char="•"/>
          </a:pPr>
          <a:r>
            <a:rPr lang="es-CO" sz="1800" b="0" kern="1200" dirty="0">
              <a:solidFill>
                <a:prstClr val="black"/>
              </a:solidFill>
              <a:latin typeface="Calibri" panose="020F0502020204030204"/>
              <a:ea typeface="+mn-ea"/>
              <a:cs typeface="+mn-cs"/>
            </a:rPr>
            <a:t>Parcial</a:t>
          </a:r>
          <a:r>
            <a:rPr lang="es-CO" sz="1800" b="1" kern="1200" dirty="0">
              <a:solidFill>
                <a:prstClr val="black"/>
              </a:solidFill>
              <a:latin typeface="Calibri" panose="020F0502020204030204"/>
              <a:ea typeface="+mn-ea"/>
              <a:cs typeface="+mn-cs"/>
            </a:rPr>
            <a:t> </a:t>
          </a:r>
          <a:r>
            <a:rPr lang="es-CO" sz="1800" b="0" kern="1200" dirty="0">
              <a:solidFill>
                <a:prstClr val="black"/>
              </a:solidFill>
              <a:latin typeface="Calibri" panose="020F0502020204030204"/>
              <a:ea typeface="+mn-ea"/>
              <a:cs typeface="+mn-cs"/>
            </a:rPr>
            <a:t>2</a:t>
          </a:r>
          <a:r>
            <a:rPr lang="es-CO" sz="1800" b="1" kern="1200" dirty="0">
              <a:solidFill>
                <a:prstClr val="black"/>
              </a:solidFill>
              <a:latin typeface="Calibri" panose="020F0502020204030204"/>
              <a:ea typeface="+mn-ea"/>
              <a:cs typeface="+mn-cs"/>
            </a:rPr>
            <a:t>: 15%</a:t>
          </a:r>
        </a:p>
        <a:p>
          <a:pPr marL="228600" lvl="1" indent="-228600" algn="l" defTabSz="1066800">
            <a:lnSpc>
              <a:spcPct val="90000"/>
            </a:lnSpc>
            <a:spcBef>
              <a:spcPct val="0"/>
            </a:spcBef>
            <a:spcAft>
              <a:spcPct val="15000"/>
            </a:spcAft>
            <a:buChar char="•"/>
          </a:pPr>
          <a:r>
            <a:rPr lang="es-CO" sz="1800" kern="1200" dirty="0">
              <a:solidFill>
                <a:prstClr val="black"/>
              </a:solidFill>
              <a:latin typeface="Calibri" panose="020F0502020204030204"/>
              <a:ea typeface="+mn-ea"/>
              <a:cs typeface="+mn-cs"/>
            </a:rPr>
            <a:t>Parcial 3: </a:t>
          </a:r>
          <a:r>
            <a:rPr lang="es-CO" sz="1800" b="1" kern="1200" dirty="0">
              <a:solidFill>
                <a:prstClr val="black"/>
              </a:solidFill>
              <a:latin typeface="Calibri" panose="020F0502020204030204"/>
              <a:ea typeface="+mn-ea"/>
              <a:cs typeface="+mn-cs"/>
            </a:rPr>
            <a:t>18%*</a:t>
          </a:r>
        </a:p>
      </dsp:txBody>
      <dsp:txXfrm rot="-5400000">
        <a:off x="3183436" y="3447998"/>
        <a:ext cx="3791774" cy="756302"/>
      </dsp:txXfrm>
    </dsp:sp>
    <dsp:sp modelId="{2FA88318-FE1C-4A06-A6D0-B2B90D90086F}">
      <dsp:nvSpPr>
        <dsp:cNvPr id="0" name=""/>
        <dsp:cNvSpPr/>
      </dsp:nvSpPr>
      <dsp:spPr>
        <a:xfrm>
          <a:off x="161" y="3302317"/>
          <a:ext cx="3183275" cy="1047663"/>
        </a:xfrm>
        <a:prstGeom prst="roundRect">
          <a:avLst/>
        </a:prstGeom>
        <a:solidFill>
          <a:schemeClr val="bg1">
            <a:lumMod val="85000"/>
          </a:schemeClr>
        </a:solidFill>
        <a:ln w="19050" cap="flat" cmpd="sng" algn="ctr">
          <a:solidFill>
            <a:schemeClr val="lt1"/>
          </a:solidFill>
          <a:prstDash val="solid"/>
          <a:miter lim="800000"/>
        </a:ln>
        <a:effectLst/>
      </dsp:spPr>
      <dsp:style>
        <a:lnRef idx="3">
          <a:schemeClr val="lt1"/>
        </a:lnRef>
        <a:fillRef idx="1">
          <a:schemeClr val="accent2"/>
        </a:fillRef>
        <a:effectRef idx="1">
          <a:schemeClr val="accent2"/>
        </a:effectRef>
        <a:fontRef idx="minor">
          <a:schemeClr val="lt1"/>
        </a:fontRef>
      </dsp:style>
      <dsp:txBody>
        <a:bodyPr spcFirstLastPara="0" vert="horz" wrap="square" lIns="121920" tIns="60960" rIns="121920" bIns="60960" numCol="1" spcCol="1270" anchor="ctr" anchorCtr="0">
          <a:noAutofit/>
        </a:bodyPr>
        <a:lstStyle/>
        <a:p>
          <a:pPr marL="0" lvl="0" indent="0" algn="ctr" defTabSz="1422400">
            <a:lnSpc>
              <a:spcPct val="90000"/>
            </a:lnSpc>
            <a:spcBef>
              <a:spcPct val="0"/>
            </a:spcBef>
            <a:spcAft>
              <a:spcPct val="35000"/>
            </a:spcAft>
            <a:buNone/>
          </a:pPr>
          <a:r>
            <a:rPr lang="es-CO" sz="3200" kern="1200" dirty="0">
              <a:solidFill>
                <a:schemeClr val="tx1"/>
              </a:solidFill>
            </a:rPr>
            <a:t>Parciales</a:t>
          </a:r>
        </a:p>
      </dsp:txBody>
      <dsp:txXfrm>
        <a:off x="51304" y="3353460"/>
        <a:ext cx="3080989" cy="945377"/>
      </dsp:txXfrm>
    </dsp:sp>
  </dsp:spTree>
</dsp:drawing>
</file>

<file path=ppt/diagrams/layout1.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a:extLst>
              <a:ext uri="{FF2B5EF4-FFF2-40B4-BE49-F238E27FC236}">
                <a16:creationId xmlns:a16="http://schemas.microsoft.com/office/drawing/2014/main" id="{2D17EA2E-6995-8AE8-7D08-3B65BE01491E}"/>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CO"/>
          </a:p>
        </p:txBody>
      </p:sp>
      <p:sp>
        <p:nvSpPr>
          <p:cNvPr id="3" name="Marcador de fecha 2">
            <a:extLst>
              <a:ext uri="{FF2B5EF4-FFF2-40B4-BE49-F238E27FC236}">
                <a16:creationId xmlns:a16="http://schemas.microsoft.com/office/drawing/2014/main" id="{485BB2A8-E483-48D6-6EF3-3FA87682C8C4}"/>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CD749CDD-A7C9-4E58-82EB-0F777FA31428}" type="datetimeFigureOut">
              <a:rPr lang="es-CO" smtClean="0"/>
              <a:t>27/07/2026</a:t>
            </a:fld>
            <a:endParaRPr lang="es-CO"/>
          </a:p>
        </p:txBody>
      </p:sp>
      <p:sp>
        <p:nvSpPr>
          <p:cNvPr id="4" name="Marcador de pie de página 3">
            <a:extLst>
              <a:ext uri="{FF2B5EF4-FFF2-40B4-BE49-F238E27FC236}">
                <a16:creationId xmlns:a16="http://schemas.microsoft.com/office/drawing/2014/main" id="{BB997981-488A-0DBA-12A8-F701A96537F6}"/>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s-CO"/>
          </a:p>
        </p:txBody>
      </p:sp>
      <p:sp>
        <p:nvSpPr>
          <p:cNvPr id="5" name="Marcador de número de diapositiva 4">
            <a:extLst>
              <a:ext uri="{FF2B5EF4-FFF2-40B4-BE49-F238E27FC236}">
                <a16:creationId xmlns:a16="http://schemas.microsoft.com/office/drawing/2014/main" id="{E0A46CB2-65F9-58D2-DEFC-423C7CE96B21}"/>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782BAF01-7F51-445F-9FFB-F7A389153820}" type="slidenum">
              <a:rPr lang="es-CO" smtClean="0"/>
              <a:t>‹Nº›</a:t>
            </a:fld>
            <a:endParaRPr lang="es-CO"/>
          </a:p>
        </p:txBody>
      </p:sp>
    </p:spTree>
    <p:extLst>
      <p:ext uri="{BB962C8B-B14F-4D97-AF65-F5344CB8AC3E}">
        <p14:creationId xmlns:p14="http://schemas.microsoft.com/office/powerpoint/2010/main" val="382116679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s-CO" sz="1200" b="0" i="0" u="none" strike="noStrike" cap="none">
                <a:solidFill>
                  <a:schemeClr val="dk1"/>
                </a:solidFill>
                <a:latin typeface="Calibri"/>
                <a:ea typeface="Calibri"/>
                <a:cs typeface="Calibri"/>
                <a:sym typeface="Calibri"/>
              </a:rPr>
              <a:t>‹Nº›</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2"/>
        <p:cNvGrpSpPr/>
        <p:nvPr/>
      </p:nvGrpSpPr>
      <p:grpSpPr>
        <a:xfrm>
          <a:off x="0" y="0"/>
          <a:ext cx="0" cy="0"/>
          <a:chOff x="0" y="0"/>
          <a:chExt cx="0" cy="0"/>
        </a:xfrm>
      </p:grpSpPr>
      <p:sp>
        <p:nvSpPr>
          <p:cNvPr id="203" name="Google Shape;203;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04" name="Google Shape;204;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9"/>
        <p:cNvGrpSpPr/>
        <p:nvPr/>
      </p:nvGrpSpPr>
      <p:grpSpPr>
        <a:xfrm>
          <a:off x="0" y="0"/>
          <a:ext cx="0" cy="0"/>
          <a:chOff x="0" y="0"/>
          <a:chExt cx="0" cy="0"/>
        </a:xfrm>
      </p:grpSpPr>
      <p:sp>
        <p:nvSpPr>
          <p:cNvPr id="210" name="Google Shape;210;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11" name="Google Shape;211;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9"/>
        <p:cNvGrpSpPr/>
        <p:nvPr/>
      </p:nvGrpSpPr>
      <p:grpSpPr>
        <a:xfrm>
          <a:off x="0" y="0"/>
          <a:ext cx="0" cy="0"/>
          <a:chOff x="0" y="0"/>
          <a:chExt cx="0" cy="0"/>
        </a:xfrm>
      </p:grpSpPr>
      <p:sp>
        <p:nvSpPr>
          <p:cNvPr id="210" name="Google Shape;210;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11" name="Google Shape;211;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Tree>
    <p:extLst>
      <p:ext uri="{BB962C8B-B14F-4D97-AF65-F5344CB8AC3E}">
        <p14:creationId xmlns:p14="http://schemas.microsoft.com/office/powerpoint/2010/main" val="1925057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txBody>
          <a:bodyPr/>
          <a:lstStyle/>
          <a:p>
            <a:endParaRPr lang="en-US"/>
          </a:p>
        </p:txBody>
      </p:sp>
      <p:sp>
        <p:nvSpPr>
          <p:cNvPr id="3" name="Marcador de notas 2"/>
          <p:cNvSpPr>
            <a:spLocks noGrp="1"/>
          </p:cNvSpPr>
          <p:nvPr>
            <p:ph type="body" idx="1"/>
          </p:nvPr>
        </p:nvSpPr>
        <p:spPr/>
        <p:txBody>
          <a:bodyPr/>
          <a:lstStyle/>
          <a:p>
            <a:endParaRPr lang="es-CO"/>
          </a:p>
        </p:txBody>
      </p:sp>
      <p:sp>
        <p:nvSpPr>
          <p:cNvPr id="4" name="Marcador de número de diapositiva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s-CO" sz="1200" b="0" i="0" u="none" strike="noStrike" cap="none" smtClean="0">
                <a:solidFill>
                  <a:schemeClr val="dk1"/>
                </a:solidFill>
                <a:latin typeface="Calibri"/>
                <a:ea typeface="Calibri"/>
                <a:cs typeface="Calibri"/>
                <a:sym typeface="Calibri"/>
              </a:rPr>
              <a:t>17</a:t>
            </a:fld>
            <a:endParaRPr lang="es-CO"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23285145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9"/>
        <p:cNvGrpSpPr/>
        <p:nvPr/>
      </p:nvGrpSpPr>
      <p:grpSpPr>
        <a:xfrm>
          <a:off x="0" y="0"/>
          <a:ext cx="0" cy="0"/>
          <a:chOff x="0" y="0"/>
          <a:chExt cx="0" cy="0"/>
        </a:xfrm>
      </p:grpSpPr>
      <p:sp>
        <p:nvSpPr>
          <p:cNvPr id="210" name="Google Shape;210;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11" name="Google Shape;211;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Tree>
    <p:extLst>
      <p:ext uri="{BB962C8B-B14F-4D97-AF65-F5344CB8AC3E}">
        <p14:creationId xmlns:p14="http://schemas.microsoft.com/office/powerpoint/2010/main" val="399884837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9"/>
        <p:cNvGrpSpPr/>
        <p:nvPr/>
      </p:nvGrpSpPr>
      <p:grpSpPr>
        <a:xfrm>
          <a:off x="0" y="0"/>
          <a:ext cx="0" cy="0"/>
          <a:chOff x="0" y="0"/>
          <a:chExt cx="0" cy="0"/>
        </a:xfrm>
      </p:grpSpPr>
      <p:sp>
        <p:nvSpPr>
          <p:cNvPr id="210" name="Google Shape;210;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11" name="Google Shape;211;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Tree>
    <p:extLst>
      <p:ext uri="{BB962C8B-B14F-4D97-AF65-F5344CB8AC3E}">
        <p14:creationId xmlns:p14="http://schemas.microsoft.com/office/powerpoint/2010/main" val="39463993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9"/>
        <p:cNvGrpSpPr/>
        <p:nvPr/>
      </p:nvGrpSpPr>
      <p:grpSpPr>
        <a:xfrm>
          <a:off x="0" y="0"/>
          <a:ext cx="0" cy="0"/>
          <a:chOff x="0" y="0"/>
          <a:chExt cx="0" cy="0"/>
        </a:xfrm>
      </p:grpSpPr>
      <p:sp>
        <p:nvSpPr>
          <p:cNvPr id="210" name="Google Shape;210;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11" name="Google Shape;211;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Tree>
    <p:extLst>
      <p:ext uri="{BB962C8B-B14F-4D97-AF65-F5344CB8AC3E}">
        <p14:creationId xmlns:p14="http://schemas.microsoft.com/office/powerpoint/2010/main" val="50901384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8"/>
        <p:cNvGrpSpPr/>
        <p:nvPr/>
      </p:nvGrpSpPr>
      <p:grpSpPr>
        <a:xfrm>
          <a:off x="0" y="0"/>
          <a:ext cx="0" cy="0"/>
          <a:chOff x="0" y="0"/>
          <a:chExt cx="0" cy="0"/>
        </a:xfrm>
      </p:grpSpPr>
      <p:sp>
        <p:nvSpPr>
          <p:cNvPr id="569" name="Google Shape;569;p2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70" name="Google Shape;570;p2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sv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2.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5.png"/><Relationship Id="rId1" Type="http://schemas.openxmlformats.org/officeDocument/2006/relationships/slideMaster" Target="../slideMasters/slideMaster1.xml"/><Relationship Id="rId4" Type="http://schemas.openxmlformats.org/officeDocument/2006/relationships/image" Target="../media/image3.sv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Portada">
    <p:bg>
      <p:bgPr>
        <a:solidFill>
          <a:srgbClr val="7F7F7F">
            <a:alpha val="20000"/>
          </a:srgbClr>
        </a:solidFill>
        <a:effectLst/>
      </p:bgPr>
    </p:bg>
    <p:spTree>
      <p:nvGrpSpPr>
        <p:cNvPr id="1" name=""/>
        <p:cNvGrpSpPr/>
        <p:nvPr/>
      </p:nvGrpSpPr>
      <p:grpSpPr>
        <a:xfrm>
          <a:off x="0" y="0"/>
          <a:ext cx="0" cy="0"/>
          <a:chOff x="0" y="0"/>
          <a:chExt cx="0" cy="0"/>
        </a:xfrm>
      </p:grpSpPr>
      <p:sp>
        <p:nvSpPr>
          <p:cNvPr id="2" name="Rectángulo 1"/>
          <p:cNvSpPr/>
          <p:nvPr/>
        </p:nvSpPr>
        <p:spPr>
          <a:xfrm>
            <a:off x="-1" y="-73970"/>
            <a:ext cx="12191999" cy="6931969"/>
          </a:xfrm>
          <a:prstGeom prst="rect">
            <a:avLst/>
          </a:prstGeom>
          <a:solidFill>
            <a:srgbClr val="0F2D3E"/>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grpSp>
        <p:nvGrpSpPr>
          <p:cNvPr id="10" name="Grupo 9">
            <a:extLst>
              <a:ext uri="{FF2B5EF4-FFF2-40B4-BE49-F238E27FC236}">
                <a16:creationId xmlns:a16="http://schemas.microsoft.com/office/drawing/2014/main" id="{A8DE1008-9435-4582-AE18-9973DCBA2FB5}"/>
              </a:ext>
            </a:extLst>
          </p:cNvPr>
          <p:cNvGrpSpPr/>
          <p:nvPr/>
        </p:nvGrpSpPr>
        <p:grpSpPr>
          <a:xfrm>
            <a:off x="-5192" y="-50800"/>
            <a:ext cx="12197192" cy="6858000"/>
            <a:chOff x="-5192" y="0"/>
            <a:chExt cx="12197192" cy="6858000"/>
          </a:xfrm>
        </p:grpSpPr>
        <p:pic>
          <p:nvPicPr>
            <p:cNvPr id="11" name="Gráfico 10">
              <a:extLst>
                <a:ext uri="{FF2B5EF4-FFF2-40B4-BE49-F238E27FC236}">
                  <a16:creationId xmlns:a16="http://schemas.microsoft.com/office/drawing/2014/main" id="{3345BC10-B95C-4E5B-8CB5-0D9F33E7E63C}"/>
                </a:ext>
              </a:extLst>
            </p:cNvPr>
            <p:cNvPicPr>
              <a:picLocks noChangeAspect="1"/>
            </p:cNvPicPr>
            <p:nvPr/>
          </p:nvPicPr>
          <p:blipFill>
            <a:blip>
              <a:alphaModFix amt="3000"/>
              <a:extLst>
                <a:ext uri="{96DAC541-7B7A-43D3-8B79-37D633B846F1}">
                  <asvg:svgBlip xmlns:asvg="http://schemas.microsoft.com/office/drawing/2016/SVG/main" r:embed="rId2"/>
                </a:ext>
              </a:extLst>
            </a:blip>
            <a:stretch>
              <a:fillRect/>
            </a:stretch>
          </p:blipFill>
          <p:spPr>
            <a:xfrm rot="10800000">
              <a:off x="4543109" y="0"/>
              <a:ext cx="7648891" cy="6858000"/>
            </a:xfrm>
            <a:prstGeom prst="rect">
              <a:avLst/>
            </a:prstGeom>
          </p:spPr>
        </p:pic>
        <p:pic>
          <p:nvPicPr>
            <p:cNvPr id="12" name="Gráfico 11">
              <a:extLst>
                <a:ext uri="{FF2B5EF4-FFF2-40B4-BE49-F238E27FC236}">
                  <a16:creationId xmlns:a16="http://schemas.microsoft.com/office/drawing/2014/main" id="{01917929-CAC9-4C23-BB91-8827BDA2CAEB}"/>
                </a:ext>
              </a:extLst>
            </p:cNvPr>
            <p:cNvPicPr>
              <a:picLocks noChangeAspect="1"/>
            </p:cNvPicPr>
            <p:nvPr/>
          </p:nvPicPr>
          <p:blipFill>
            <a:blip>
              <a:alphaModFix amt="3000"/>
              <a:extLst>
                <a:ext uri="{96DAC541-7B7A-43D3-8B79-37D633B846F1}">
                  <asvg:svgBlip xmlns:asvg="http://schemas.microsoft.com/office/drawing/2016/SVG/main" r:embed="rId2"/>
                </a:ext>
              </a:extLst>
            </a:blip>
            <a:stretch>
              <a:fillRect/>
            </a:stretch>
          </p:blipFill>
          <p:spPr>
            <a:xfrm>
              <a:off x="-5192" y="0"/>
              <a:ext cx="7648891" cy="6858000"/>
            </a:xfrm>
            <a:prstGeom prst="rect">
              <a:avLst/>
            </a:prstGeom>
          </p:spPr>
        </p:pic>
      </p:grpSp>
      <p:sp>
        <p:nvSpPr>
          <p:cNvPr id="13" name="CuadroTexto 12">
            <a:extLst>
              <a:ext uri="{FF2B5EF4-FFF2-40B4-BE49-F238E27FC236}">
                <a16:creationId xmlns:a16="http://schemas.microsoft.com/office/drawing/2014/main" id="{6C8AC4E2-448D-4FEE-91DD-C1DA16461242}"/>
              </a:ext>
            </a:extLst>
          </p:cNvPr>
          <p:cNvSpPr txBox="1"/>
          <p:nvPr/>
        </p:nvSpPr>
        <p:spPr>
          <a:xfrm>
            <a:off x="352425" y="6553199"/>
            <a:ext cx="2533650" cy="230832"/>
          </a:xfrm>
          <a:prstGeom prst="rect">
            <a:avLst/>
          </a:prstGeom>
          <a:noFill/>
        </p:spPr>
        <p:txBody>
          <a:bodyPr wrap="square" rtlCol="0">
            <a:spAutoFit/>
          </a:bodyPr>
          <a:lstStyle/>
          <a:p>
            <a:r>
              <a:rPr lang="es-CO" sz="900">
                <a:solidFill>
                  <a:schemeClr val="bg1"/>
                </a:solidFill>
              </a:rPr>
              <a:t>Vigilada </a:t>
            </a:r>
            <a:r>
              <a:rPr lang="es-CO" sz="900" err="1">
                <a:solidFill>
                  <a:schemeClr val="bg1"/>
                </a:solidFill>
              </a:rPr>
              <a:t>Mineducación</a:t>
            </a:r>
            <a:endParaRPr lang="es-CO" sz="900">
              <a:solidFill>
                <a:schemeClr val="bg1"/>
              </a:solidFill>
            </a:endParaRPr>
          </a:p>
        </p:txBody>
      </p:sp>
      <p:sp>
        <p:nvSpPr>
          <p:cNvPr id="14" name="CuadroTexto 13">
            <a:extLst>
              <a:ext uri="{FF2B5EF4-FFF2-40B4-BE49-F238E27FC236}">
                <a16:creationId xmlns:a16="http://schemas.microsoft.com/office/drawing/2014/main" id="{D1A6FAEB-0D11-4D7D-9754-629D1A672D97}"/>
              </a:ext>
            </a:extLst>
          </p:cNvPr>
          <p:cNvSpPr txBox="1"/>
          <p:nvPr/>
        </p:nvSpPr>
        <p:spPr>
          <a:xfrm>
            <a:off x="3048001" y="3119341"/>
            <a:ext cx="8986942" cy="830997"/>
          </a:xfrm>
          <a:prstGeom prst="rect">
            <a:avLst/>
          </a:prstGeom>
          <a:noFill/>
        </p:spPr>
        <p:txBody>
          <a:bodyPr wrap="square" rtlCol="0">
            <a:spAutoFit/>
          </a:bodyPr>
          <a:lstStyle/>
          <a:p>
            <a:pPr algn="r"/>
            <a:r>
              <a:rPr lang="es-CO" sz="4800" b="1">
                <a:solidFill>
                  <a:schemeClr val="bg1"/>
                </a:solidFill>
                <a:latin typeface="Arial" panose="020B0604020202020204" pitchFamily="34" charset="0"/>
                <a:ea typeface="Roboto" panose="02000000000000000000" pitchFamily="2" charset="0"/>
                <a:cs typeface="Arial" panose="020B0604020202020204" pitchFamily="34" charset="0"/>
              </a:rPr>
              <a:t>Pensamiento Computacional</a:t>
            </a:r>
          </a:p>
        </p:txBody>
      </p:sp>
      <p:pic>
        <p:nvPicPr>
          <p:cNvPr id="20" name="Gráfico 5">
            <a:extLst>
              <a:ext uri="{FF2B5EF4-FFF2-40B4-BE49-F238E27FC236}">
                <a16:creationId xmlns:a16="http://schemas.microsoft.com/office/drawing/2014/main" id="{9F47A9DA-CE97-4EC8-9576-61A1ECAA590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820301" y="4055585"/>
            <a:ext cx="6108174" cy="91951"/>
          </a:xfrm>
          <a:prstGeom prst="rect">
            <a:avLst/>
          </a:prstGeom>
        </p:spPr>
      </p:pic>
      <p:pic>
        <p:nvPicPr>
          <p:cNvPr id="21" name="Gráfico 12">
            <a:extLst>
              <a:ext uri="{FF2B5EF4-FFF2-40B4-BE49-F238E27FC236}">
                <a16:creationId xmlns:a16="http://schemas.microsoft.com/office/drawing/2014/main" id="{D44A8620-4433-45C5-A0B4-543E32F58B9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0739888" y="6066411"/>
            <a:ext cx="1188588" cy="504887"/>
          </a:xfrm>
          <a:prstGeom prst="rect">
            <a:avLst/>
          </a:prstGeom>
        </p:spPr>
      </p:pic>
      <p:sp>
        <p:nvSpPr>
          <p:cNvPr id="22" name="CuadroTexto 21">
            <a:extLst>
              <a:ext uri="{FF2B5EF4-FFF2-40B4-BE49-F238E27FC236}">
                <a16:creationId xmlns:a16="http://schemas.microsoft.com/office/drawing/2014/main" id="{D1A6FAEB-0D11-4D7D-9754-629D1A672D97}"/>
              </a:ext>
            </a:extLst>
          </p:cNvPr>
          <p:cNvSpPr txBox="1"/>
          <p:nvPr/>
        </p:nvSpPr>
        <p:spPr>
          <a:xfrm>
            <a:off x="10739888" y="4459472"/>
            <a:ext cx="1166362" cy="553998"/>
          </a:xfrm>
          <a:prstGeom prst="rect">
            <a:avLst/>
          </a:prstGeom>
          <a:noFill/>
        </p:spPr>
        <p:txBody>
          <a:bodyPr wrap="square" rtlCol="0">
            <a:spAutoFit/>
          </a:bodyPr>
          <a:lstStyle/>
          <a:p>
            <a:pPr algn="r"/>
            <a:r>
              <a:rPr lang="es-CO" sz="3000" b="1">
                <a:solidFill>
                  <a:schemeClr val="bg1"/>
                </a:solidFill>
                <a:latin typeface="Arial" panose="020B0604020202020204" pitchFamily="34" charset="0"/>
                <a:ea typeface="Roboto" panose="02000000000000000000" pitchFamily="2" charset="0"/>
                <a:cs typeface="Arial" panose="020B0604020202020204" pitchFamily="34" charset="0"/>
              </a:rPr>
              <a:t>2026</a:t>
            </a:r>
          </a:p>
        </p:txBody>
      </p:sp>
      <p:sp>
        <p:nvSpPr>
          <p:cNvPr id="23" name="Google Shape;40;p33"/>
          <p:cNvSpPr txBox="1">
            <a:spLocks noGrp="1"/>
          </p:cNvSpPr>
          <p:nvPr>
            <p:ph type="title" hasCustomPrompt="1"/>
          </p:nvPr>
        </p:nvSpPr>
        <p:spPr>
          <a:xfrm>
            <a:off x="4114800" y="1788503"/>
            <a:ext cx="7609160" cy="1018902"/>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Clr>
                <a:schemeClr val="dk1"/>
              </a:buClr>
              <a:buSzPts val="4400"/>
              <a:buFont typeface="Calibri"/>
              <a:buNone/>
              <a:defRPr sz="8000" b="1" kern="1200" dirty="0">
                <a:ln w="15875" cap="flat">
                  <a:noFill/>
                  <a:prstDash val="solid"/>
                </a:ln>
                <a:solidFill>
                  <a:srgbClr val="02C9B6"/>
                </a:solidFill>
                <a:latin typeface="Arial" panose="020B0604020202020204" pitchFamily="34" charset="0"/>
                <a:ea typeface="Roboto" panose="02000000000000000000" pitchFamily="2" charset="0"/>
                <a:cs typeface="Arial" panose="020B0604020202020204" pitchFamily="34" charset="0"/>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s-CO"/>
              <a:t>Título</a:t>
            </a:r>
            <a:endParaRPr/>
          </a:p>
        </p:txBody>
      </p:sp>
    </p:spTree>
    <p:extLst>
      <p:ext uri="{BB962C8B-B14F-4D97-AF65-F5344CB8AC3E}">
        <p14:creationId xmlns:p14="http://schemas.microsoft.com/office/powerpoint/2010/main" val="162521168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1_Portada">
    <p:bg>
      <p:bgPr>
        <a:solidFill>
          <a:srgbClr val="7F7F7F">
            <a:alpha val="20000"/>
          </a:srgbClr>
        </a:solidFill>
        <a:effectLst/>
      </p:bgPr>
    </p:bg>
    <p:spTree>
      <p:nvGrpSpPr>
        <p:cNvPr id="1" name=""/>
        <p:cNvGrpSpPr/>
        <p:nvPr/>
      </p:nvGrpSpPr>
      <p:grpSpPr>
        <a:xfrm>
          <a:off x="0" y="0"/>
          <a:ext cx="0" cy="0"/>
          <a:chOff x="0" y="0"/>
          <a:chExt cx="0" cy="0"/>
        </a:xfrm>
      </p:grpSpPr>
      <p:pic>
        <p:nvPicPr>
          <p:cNvPr id="12" name="Gráfico 11">
            <a:extLst>
              <a:ext uri="{FF2B5EF4-FFF2-40B4-BE49-F238E27FC236}">
                <a16:creationId xmlns:a16="http://schemas.microsoft.com/office/drawing/2014/main" id="{01917929-CAC9-4C23-BB91-8827BDA2CAEB}"/>
              </a:ext>
            </a:extLst>
          </p:cNvPr>
          <p:cNvPicPr>
            <a:picLocks noChangeAspect="1"/>
          </p:cNvPicPr>
          <p:nvPr/>
        </p:nvPicPr>
        <p:blipFill>
          <a:blip r:embed="rId2">
            <a:alphaModFix amt="3000"/>
            <a:extLst>
              <a:ext uri="{BEBA8EAE-BF5A-486C-A8C5-ECC9F3942E4B}">
                <a14:imgProps xmlns:a14="http://schemas.microsoft.com/office/drawing/2010/main">
                  <a14:imgLayer r:embed="rId3">
                    <a14:imgEffect>
                      <a14:colorTemperature colorTemp="10702"/>
                    </a14:imgEffect>
                    <a14:imgEffect>
                      <a14:saturation sat="133000"/>
                    </a14:imgEffect>
                    <a14:imgEffect>
                      <a14:brightnessContrast contrast="-100000"/>
                    </a14:imgEffect>
                  </a14:imgLayer>
                </a14:imgProps>
              </a:ext>
            </a:extLst>
          </a:blip>
          <a:stretch>
            <a:fillRect/>
          </a:stretch>
        </p:blipFill>
        <p:spPr>
          <a:xfrm>
            <a:off x="-1828592" y="-1689100"/>
            <a:ext cx="7648891" cy="6858000"/>
          </a:xfrm>
          <a:prstGeom prst="rect">
            <a:avLst/>
          </a:prstGeom>
        </p:spPr>
      </p:pic>
      <p:sp>
        <p:nvSpPr>
          <p:cNvPr id="13" name="CuadroTexto 12">
            <a:extLst>
              <a:ext uri="{FF2B5EF4-FFF2-40B4-BE49-F238E27FC236}">
                <a16:creationId xmlns:a16="http://schemas.microsoft.com/office/drawing/2014/main" id="{6C8AC4E2-448D-4FEE-91DD-C1DA16461242}"/>
              </a:ext>
            </a:extLst>
          </p:cNvPr>
          <p:cNvSpPr txBox="1"/>
          <p:nvPr/>
        </p:nvSpPr>
        <p:spPr>
          <a:xfrm>
            <a:off x="352425" y="6553199"/>
            <a:ext cx="2533650" cy="230832"/>
          </a:xfrm>
          <a:prstGeom prst="rect">
            <a:avLst/>
          </a:prstGeom>
          <a:noFill/>
        </p:spPr>
        <p:txBody>
          <a:bodyPr wrap="square" rtlCol="0">
            <a:spAutoFit/>
          </a:bodyPr>
          <a:lstStyle/>
          <a:p>
            <a:r>
              <a:rPr lang="es-CO" sz="900">
                <a:solidFill>
                  <a:schemeClr val="bg1"/>
                </a:solidFill>
              </a:rPr>
              <a:t>Vigilada </a:t>
            </a:r>
            <a:r>
              <a:rPr lang="es-CO" sz="900" err="1">
                <a:solidFill>
                  <a:schemeClr val="bg1"/>
                </a:solidFill>
              </a:rPr>
              <a:t>Mnecación</a:t>
            </a:r>
            <a:endParaRPr lang="es-CO" sz="900">
              <a:solidFill>
                <a:schemeClr val="bg1"/>
              </a:solidFill>
            </a:endParaRPr>
          </a:p>
        </p:txBody>
      </p:sp>
      <p:pic>
        <p:nvPicPr>
          <p:cNvPr id="20" name="Gráfico 5">
            <a:extLst>
              <a:ext uri="{FF2B5EF4-FFF2-40B4-BE49-F238E27FC236}">
                <a16:creationId xmlns:a16="http://schemas.microsoft.com/office/drawing/2014/main" id="{9F47A9DA-CE97-4EC8-9576-61A1ECAA590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820301" y="4055585"/>
            <a:ext cx="6108174" cy="91951"/>
          </a:xfrm>
          <a:prstGeom prst="rect">
            <a:avLst/>
          </a:prstGeom>
        </p:spPr>
      </p:pic>
    </p:spTree>
    <p:extLst>
      <p:ext uri="{BB962C8B-B14F-4D97-AF65-F5344CB8AC3E}">
        <p14:creationId xmlns:p14="http://schemas.microsoft.com/office/powerpoint/2010/main" val="77528961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Agenda">
    <p:bg>
      <p:bgPr>
        <a:solidFill>
          <a:srgbClr val="0D3240"/>
        </a:solidFill>
        <a:effectLst/>
      </p:bgPr>
    </p:bg>
    <p:spTree>
      <p:nvGrpSpPr>
        <p:cNvPr id="1" name=""/>
        <p:cNvGrpSpPr/>
        <p:nvPr/>
      </p:nvGrpSpPr>
      <p:grpSpPr>
        <a:xfrm>
          <a:off x="0" y="0"/>
          <a:ext cx="0" cy="0"/>
          <a:chOff x="0" y="0"/>
          <a:chExt cx="0" cy="0"/>
        </a:xfrm>
      </p:grpSpPr>
      <p:sp>
        <p:nvSpPr>
          <p:cNvPr id="7" name="Título 1">
            <a:extLst>
              <a:ext uri="{FF2B5EF4-FFF2-40B4-BE49-F238E27FC236}">
                <a16:creationId xmlns:a16="http://schemas.microsoft.com/office/drawing/2014/main" id="{200DF232-9F94-437F-A5B1-F2EE8AD5FEF8}"/>
              </a:ext>
            </a:extLst>
          </p:cNvPr>
          <p:cNvSpPr>
            <a:spLocks noGrp="1"/>
          </p:cNvSpPr>
          <p:nvPr>
            <p:ph type="title" hasCustomPrompt="1"/>
          </p:nvPr>
        </p:nvSpPr>
        <p:spPr>
          <a:xfrm>
            <a:off x="1509948" y="583259"/>
            <a:ext cx="4923509" cy="724989"/>
          </a:xfrm>
        </p:spPr>
        <p:txBody>
          <a:bodyPr/>
          <a:lstStyle>
            <a:lvl1pPr algn="ctr">
              <a:defRPr sz="6000" b="1">
                <a:solidFill>
                  <a:srgbClr val="02C9B6"/>
                </a:solidFill>
              </a:defRPr>
            </a:lvl1pPr>
          </a:lstStyle>
          <a:p>
            <a:r>
              <a:rPr lang="es-ES"/>
              <a:t>AGENDA</a:t>
            </a:r>
            <a:endParaRPr lang="es-CO"/>
          </a:p>
        </p:txBody>
      </p:sp>
      <p:sp>
        <p:nvSpPr>
          <p:cNvPr id="8" name="Google Shape;37;p32">
            <a:extLst>
              <a:ext uri="{FF2B5EF4-FFF2-40B4-BE49-F238E27FC236}">
                <a16:creationId xmlns:a16="http://schemas.microsoft.com/office/drawing/2014/main" id="{7E4911F7-0A38-4B68-AAA1-C1FC3DEB2706}"/>
              </a:ext>
            </a:extLst>
          </p:cNvPr>
          <p:cNvSpPr txBox="1">
            <a:spLocks noGrp="1"/>
          </p:cNvSpPr>
          <p:nvPr>
            <p:ph type="body" idx="1"/>
          </p:nvPr>
        </p:nvSpPr>
        <p:spPr>
          <a:xfrm>
            <a:off x="1509947" y="1624765"/>
            <a:ext cx="10018713" cy="4440917"/>
          </a:xfrm>
          <a:prstGeom prst="rect">
            <a:avLst/>
          </a:prstGeom>
          <a:noFill/>
          <a:ln>
            <a:noFill/>
          </a:ln>
        </p:spPr>
        <p:txBody>
          <a:bodyPr spcFirstLastPara="1" wrap="square" lIns="91425" tIns="45700" rIns="91425" bIns="45700" anchor="t" anchorCtr="0">
            <a:normAutofit/>
          </a:bodyPr>
          <a:lstStyle>
            <a:lvl1pPr marL="521970" lvl="0" indent="-514350" algn="l">
              <a:lnSpc>
                <a:spcPct val="100000"/>
              </a:lnSpc>
              <a:spcBef>
                <a:spcPts val="480"/>
              </a:spcBef>
              <a:spcAft>
                <a:spcPts val="0"/>
              </a:spcAft>
              <a:buClr>
                <a:srgbClr val="02C9B6"/>
              </a:buClr>
              <a:buSzPts val="3480"/>
              <a:buFont typeface="+mj-lt"/>
              <a:buAutoNum type="arabicPeriod"/>
              <a:defRPr sz="3600">
                <a:solidFill>
                  <a:schemeClr val="bg1"/>
                </a:solidFill>
                <a:latin typeface="Calibri"/>
                <a:ea typeface="Calibri"/>
                <a:cs typeface="Calibri"/>
                <a:sym typeface="Calibri"/>
              </a:defRPr>
            </a:lvl1pPr>
            <a:lvl2pPr marL="914400" lvl="1" indent="-412750" algn="l">
              <a:lnSpc>
                <a:spcPct val="100000"/>
              </a:lnSpc>
              <a:spcBef>
                <a:spcPts val="600"/>
              </a:spcBef>
              <a:spcAft>
                <a:spcPts val="0"/>
              </a:spcAft>
              <a:buSzPts val="2900"/>
              <a:buChar char="•"/>
              <a:defRPr>
                <a:latin typeface="Calibri"/>
                <a:ea typeface="Calibri"/>
                <a:cs typeface="Calibri"/>
                <a:sym typeface="Calibri"/>
              </a:defRPr>
            </a:lvl2pPr>
            <a:lvl3pPr marL="1371600" lvl="2" indent="-394335" algn="l">
              <a:lnSpc>
                <a:spcPct val="100000"/>
              </a:lnSpc>
              <a:spcBef>
                <a:spcPts val="600"/>
              </a:spcBef>
              <a:spcAft>
                <a:spcPts val="0"/>
              </a:spcAft>
              <a:buSzPts val="2610"/>
              <a:buChar char="•"/>
              <a:defRPr>
                <a:latin typeface="Calibri"/>
                <a:ea typeface="Calibri"/>
                <a:cs typeface="Calibri"/>
                <a:sym typeface="Calibri"/>
              </a:defRPr>
            </a:lvl3pPr>
            <a:lvl4pPr marL="1828800" lvl="3" indent="-375919" algn="l">
              <a:lnSpc>
                <a:spcPct val="100000"/>
              </a:lnSpc>
              <a:spcBef>
                <a:spcPts val="600"/>
              </a:spcBef>
              <a:spcAft>
                <a:spcPts val="0"/>
              </a:spcAft>
              <a:buSzPts val="2320"/>
              <a:buChar char="•"/>
              <a:defRPr>
                <a:latin typeface="Calibri"/>
                <a:ea typeface="Calibri"/>
                <a:cs typeface="Calibri"/>
                <a:sym typeface="Calibri"/>
              </a:defRPr>
            </a:lvl4pPr>
            <a:lvl5pPr marL="2286000" lvl="4" indent="-357504" algn="l">
              <a:lnSpc>
                <a:spcPct val="100000"/>
              </a:lnSpc>
              <a:spcBef>
                <a:spcPts val="600"/>
              </a:spcBef>
              <a:spcAft>
                <a:spcPts val="0"/>
              </a:spcAft>
              <a:buSzPts val="2030"/>
              <a:buChar char="•"/>
              <a:defRPr>
                <a:latin typeface="Calibri"/>
                <a:ea typeface="Calibri"/>
                <a:cs typeface="Calibri"/>
                <a:sym typeface="Calibri"/>
              </a:defRPr>
            </a:lvl5pPr>
            <a:lvl6pPr marL="2743200" lvl="5" indent="-394335" algn="l">
              <a:lnSpc>
                <a:spcPct val="100000"/>
              </a:lnSpc>
              <a:spcBef>
                <a:spcPts val="600"/>
              </a:spcBef>
              <a:spcAft>
                <a:spcPts val="0"/>
              </a:spcAft>
              <a:buSzPts val="2610"/>
              <a:buChar char="•"/>
              <a:defRPr/>
            </a:lvl6pPr>
            <a:lvl7pPr marL="3200400" lvl="6" indent="-394335" algn="l">
              <a:lnSpc>
                <a:spcPct val="100000"/>
              </a:lnSpc>
              <a:spcBef>
                <a:spcPts val="600"/>
              </a:spcBef>
              <a:spcAft>
                <a:spcPts val="0"/>
              </a:spcAft>
              <a:buSzPts val="2610"/>
              <a:buChar char="•"/>
              <a:defRPr/>
            </a:lvl7pPr>
            <a:lvl8pPr marL="3657600" lvl="7" indent="-394334" algn="l">
              <a:lnSpc>
                <a:spcPct val="100000"/>
              </a:lnSpc>
              <a:spcBef>
                <a:spcPts val="600"/>
              </a:spcBef>
              <a:spcAft>
                <a:spcPts val="0"/>
              </a:spcAft>
              <a:buSzPts val="2610"/>
              <a:buChar char="•"/>
              <a:defRPr/>
            </a:lvl8pPr>
            <a:lvl9pPr marL="4114800" lvl="8" indent="-394334" algn="l">
              <a:lnSpc>
                <a:spcPct val="100000"/>
              </a:lnSpc>
              <a:spcBef>
                <a:spcPts val="600"/>
              </a:spcBef>
              <a:spcAft>
                <a:spcPts val="600"/>
              </a:spcAft>
              <a:buSzPts val="2610"/>
              <a:buChar char="•"/>
              <a:defRPr/>
            </a:lvl9pPr>
          </a:lstStyle>
          <a:p>
            <a:pPr lvl="0"/>
            <a:r>
              <a:rPr lang="es-ES"/>
              <a:t>Editar el estilo de texto del patrón</a:t>
            </a:r>
          </a:p>
        </p:txBody>
      </p:sp>
      <p:pic>
        <p:nvPicPr>
          <p:cNvPr id="9" name="Gráfico 5">
            <a:extLst>
              <a:ext uri="{FF2B5EF4-FFF2-40B4-BE49-F238E27FC236}">
                <a16:creationId xmlns:a16="http://schemas.microsoft.com/office/drawing/2014/main" id="{77AE4992-419D-4C0D-ADAE-F817396DCB9C}"/>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787190" y="899777"/>
            <a:ext cx="6108174" cy="91951"/>
          </a:xfrm>
          <a:prstGeom prst="rect">
            <a:avLst/>
          </a:prstGeom>
        </p:spPr>
      </p:pic>
      <p:pic>
        <p:nvPicPr>
          <p:cNvPr id="10" name="Gráfico 11">
            <a:extLst>
              <a:ext uri="{FF2B5EF4-FFF2-40B4-BE49-F238E27FC236}">
                <a16:creationId xmlns:a16="http://schemas.microsoft.com/office/drawing/2014/main" id="{B9CE167F-D9B1-4886-B83E-2CEA293BAAF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739888" y="6066411"/>
            <a:ext cx="1188588" cy="504887"/>
          </a:xfrm>
          <a:prstGeom prst="rect">
            <a:avLst/>
          </a:prstGeom>
        </p:spPr>
      </p:pic>
      <p:sp>
        <p:nvSpPr>
          <p:cNvPr id="11" name="CuadroTexto 10">
            <a:extLst>
              <a:ext uri="{FF2B5EF4-FFF2-40B4-BE49-F238E27FC236}">
                <a16:creationId xmlns:a16="http://schemas.microsoft.com/office/drawing/2014/main" id="{6C8AC4E2-448D-4FEE-91DD-C1DA16461242}"/>
              </a:ext>
            </a:extLst>
          </p:cNvPr>
          <p:cNvSpPr txBox="1"/>
          <p:nvPr/>
        </p:nvSpPr>
        <p:spPr>
          <a:xfrm>
            <a:off x="352425" y="6553199"/>
            <a:ext cx="2533650" cy="230832"/>
          </a:xfrm>
          <a:prstGeom prst="rect">
            <a:avLst/>
          </a:prstGeom>
          <a:noFill/>
        </p:spPr>
        <p:txBody>
          <a:bodyPr wrap="square" rtlCol="0">
            <a:spAutoFit/>
          </a:bodyPr>
          <a:lstStyle/>
          <a:p>
            <a:r>
              <a:rPr lang="es-CO" sz="900">
                <a:solidFill>
                  <a:schemeClr val="bg1"/>
                </a:solidFill>
              </a:rPr>
              <a:t>Vigilada </a:t>
            </a:r>
            <a:r>
              <a:rPr lang="es-CO" sz="900" err="1">
                <a:solidFill>
                  <a:schemeClr val="bg1"/>
                </a:solidFill>
              </a:rPr>
              <a:t>Mineducación</a:t>
            </a:r>
            <a:endParaRPr lang="es-CO" sz="900">
              <a:solidFill>
                <a:schemeClr val="bg1"/>
              </a:solidFill>
            </a:endParaRPr>
          </a:p>
        </p:txBody>
      </p:sp>
    </p:spTree>
    <p:extLst>
      <p:ext uri="{BB962C8B-B14F-4D97-AF65-F5344CB8AC3E}">
        <p14:creationId xmlns:p14="http://schemas.microsoft.com/office/powerpoint/2010/main" val="173110806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ema 1 de 3">
    <p:bg>
      <p:bgPr>
        <a:solidFill>
          <a:schemeClr val="bg1"/>
        </a:solidFill>
        <a:effectLst/>
      </p:bgPr>
    </p:bg>
    <p:spTree>
      <p:nvGrpSpPr>
        <p:cNvPr id="1" name=""/>
        <p:cNvGrpSpPr/>
        <p:nvPr/>
      </p:nvGrpSpPr>
      <p:grpSpPr>
        <a:xfrm>
          <a:off x="0" y="0"/>
          <a:ext cx="0" cy="0"/>
          <a:chOff x="0" y="0"/>
          <a:chExt cx="0" cy="0"/>
        </a:xfrm>
      </p:grpSpPr>
      <p:sp>
        <p:nvSpPr>
          <p:cNvPr id="17" name="Rectángulo 16">
            <a:extLst>
              <a:ext uri="{FF2B5EF4-FFF2-40B4-BE49-F238E27FC236}">
                <a16:creationId xmlns:a16="http://schemas.microsoft.com/office/drawing/2014/main" id="{7B3CDB48-DCBE-4C96-96CD-319BFEF3F5D1}"/>
              </a:ext>
            </a:extLst>
          </p:cNvPr>
          <p:cNvSpPr/>
          <p:nvPr/>
        </p:nvSpPr>
        <p:spPr>
          <a:xfrm>
            <a:off x="-9526" y="0"/>
            <a:ext cx="1567543" cy="6858000"/>
          </a:xfrm>
          <a:prstGeom prst="rect">
            <a:avLst/>
          </a:prstGeom>
          <a:gradFill flip="none" rotWithShape="1">
            <a:gsLst>
              <a:gs pos="0">
                <a:schemeClr val="bg1"/>
              </a:gs>
              <a:gs pos="36000">
                <a:srgbClr val="E0E0E0"/>
              </a:gs>
              <a:gs pos="67000">
                <a:srgbClr val="C8C8C8"/>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pic>
        <p:nvPicPr>
          <p:cNvPr id="13" name="Gráfico 11">
            <a:extLst>
              <a:ext uri="{FF2B5EF4-FFF2-40B4-BE49-F238E27FC236}">
                <a16:creationId xmlns:a16="http://schemas.microsoft.com/office/drawing/2014/main" id="{01917929-CAC9-4C23-BB91-8827BDA2CAEB}"/>
              </a:ext>
            </a:extLst>
          </p:cNvPr>
          <p:cNvPicPr>
            <a:picLocks noChangeAspect="1"/>
          </p:cNvPicPr>
          <p:nvPr/>
        </p:nvPicPr>
        <p:blipFill rotWithShape="1">
          <a:blip r:embed="rId2">
            <a:alphaModFix amt="3000"/>
            <a:extLst>
              <a:ext uri="{BEBA8EAE-BF5A-486C-A8C5-ECC9F3942E4B}">
                <a14:imgProps xmlns:a14="http://schemas.microsoft.com/office/drawing/2010/main">
                  <a14:imgLayer r:embed="rId3">
                    <a14:imgEffect>
                      <a14:colorTemperature colorTemp="10702"/>
                    </a14:imgEffect>
                    <a14:imgEffect>
                      <a14:saturation sat="133000"/>
                    </a14:imgEffect>
                    <a14:imgEffect>
                      <a14:brightnessContrast contrast="-100000"/>
                    </a14:imgEffect>
                  </a14:imgLayer>
                </a14:imgProps>
              </a:ext>
            </a:extLst>
          </a:blip>
          <a:srcRect r="84162"/>
          <a:stretch/>
        </p:blipFill>
        <p:spPr>
          <a:xfrm>
            <a:off x="210" y="5304"/>
            <a:ext cx="1590466" cy="6858000"/>
          </a:xfrm>
          <a:prstGeom prst="rect">
            <a:avLst/>
          </a:prstGeom>
        </p:spPr>
      </p:pic>
      <p:sp>
        <p:nvSpPr>
          <p:cNvPr id="18" name="Google Shape;40;p33"/>
          <p:cNvSpPr txBox="1">
            <a:spLocks noGrp="1"/>
          </p:cNvSpPr>
          <p:nvPr>
            <p:ph type="title" hasCustomPrompt="1"/>
          </p:nvPr>
        </p:nvSpPr>
        <p:spPr>
          <a:xfrm>
            <a:off x="2076994" y="222069"/>
            <a:ext cx="9666016" cy="1018902"/>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4400"/>
              <a:buFont typeface="Calibri"/>
              <a:buNone/>
              <a:defRPr sz="4400" b="1">
                <a:solidFill>
                  <a:srgbClr val="009BAF"/>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s-CO"/>
              <a:t>TÍTULO</a:t>
            </a:r>
            <a:endParaRPr/>
          </a:p>
        </p:txBody>
      </p:sp>
      <p:sp>
        <p:nvSpPr>
          <p:cNvPr id="19" name="Google Shape;41;p33"/>
          <p:cNvSpPr txBox="1">
            <a:spLocks noGrp="1"/>
          </p:cNvSpPr>
          <p:nvPr>
            <p:ph type="body" idx="1"/>
          </p:nvPr>
        </p:nvSpPr>
        <p:spPr>
          <a:xfrm>
            <a:off x="2076994" y="1410789"/>
            <a:ext cx="9666016" cy="4663440"/>
          </a:xfrm>
          <a:prstGeom prst="rect">
            <a:avLst/>
          </a:prstGeom>
          <a:noFill/>
          <a:ln>
            <a:noFill/>
          </a:ln>
        </p:spPr>
        <p:txBody>
          <a:bodyPr spcFirstLastPara="1" wrap="square" lIns="91425" tIns="45700" rIns="91425" bIns="45700" anchor="t" anchorCtr="0">
            <a:normAutofit/>
          </a:bodyPr>
          <a:lstStyle>
            <a:lvl1pPr marL="457200" lvl="0" indent="-381000" algn="l">
              <a:lnSpc>
                <a:spcPct val="100000"/>
              </a:lnSpc>
              <a:spcBef>
                <a:spcPts val="480"/>
              </a:spcBef>
              <a:spcAft>
                <a:spcPts val="0"/>
              </a:spcAft>
              <a:buClr>
                <a:srgbClr val="009BAF"/>
              </a:buClr>
              <a:buSzPts val="2400"/>
              <a:buChar char="•"/>
              <a:defRPr>
                <a:latin typeface="Calibri"/>
                <a:ea typeface="Calibri"/>
                <a:cs typeface="Calibri"/>
                <a:sym typeface="Calibri"/>
              </a:defRPr>
            </a:lvl1pPr>
            <a:lvl2pPr marL="914400" lvl="1" indent="-355600" algn="l">
              <a:lnSpc>
                <a:spcPct val="100000"/>
              </a:lnSpc>
              <a:spcBef>
                <a:spcPts val="600"/>
              </a:spcBef>
              <a:spcAft>
                <a:spcPts val="0"/>
              </a:spcAft>
              <a:buSzPts val="2000"/>
              <a:buChar char="•"/>
              <a:defRPr>
                <a:latin typeface="Calibri"/>
                <a:ea typeface="Calibri"/>
                <a:cs typeface="Calibri"/>
                <a:sym typeface="Calibri"/>
              </a:defRPr>
            </a:lvl2pPr>
            <a:lvl3pPr marL="1371600" lvl="2" indent="-342900" algn="l">
              <a:lnSpc>
                <a:spcPct val="100000"/>
              </a:lnSpc>
              <a:spcBef>
                <a:spcPts val="600"/>
              </a:spcBef>
              <a:spcAft>
                <a:spcPts val="0"/>
              </a:spcAft>
              <a:buSzPts val="1800"/>
              <a:buChar char="•"/>
              <a:defRPr>
                <a:latin typeface="Calibri"/>
                <a:ea typeface="Calibri"/>
                <a:cs typeface="Calibri"/>
                <a:sym typeface="Calibri"/>
              </a:defRPr>
            </a:lvl3pPr>
            <a:lvl4pPr marL="1828800" lvl="3" indent="-330200" algn="l">
              <a:lnSpc>
                <a:spcPct val="100000"/>
              </a:lnSpc>
              <a:spcBef>
                <a:spcPts val="600"/>
              </a:spcBef>
              <a:spcAft>
                <a:spcPts val="0"/>
              </a:spcAft>
              <a:buSzPts val="1600"/>
              <a:buChar char="•"/>
              <a:defRPr>
                <a:latin typeface="Calibri"/>
                <a:ea typeface="Calibri"/>
                <a:cs typeface="Calibri"/>
                <a:sym typeface="Calibri"/>
              </a:defRPr>
            </a:lvl4pPr>
            <a:lvl5pPr marL="2286000" lvl="4" indent="-317500" algn="l">
              <a:lnSpc>
                <a:spcPct val="100000"/>
              </a:lnSpc>
              <a:spcBef>
                <a:spcPts val="600"/>
              </a:spcBef>
              <a:spcAft>
                <a:spcPts val="0"/>
              </a:spcAft>
              <a:buSzPts val="1400"/>
              <a:buChar char="•"/>
              <a:defRPr>
                <a:latin typeface="Calibri"/>
                <a:ea typeface="Calibri"/>
                <a:cs typeface="Calibri"/>
                <a:sym typeface="Calibri"/>
              </a:defRPr>
            </a:lvl5pPr>
            <a:lvl6pPr marL="2743200" lvl="5" indent="-394335" algn="l">
              <a:lnSpc>
                <a:spcPct val="100000"/>
              </a:lnSpc>
              <a:spcBef>
                <a:spcPts val="600"/>
              </a:spcBef>
              <a:spcAft>
                <a:spcPts val="0"/>
              </a:spcAft>
              <a:buSzPts val="2610"/>
              <a:buChar char="•"/>
              <a:defRPr/>
            </a:lvl6pPr>
            <a:lvl7pPr marL="3200400" lvl="6" indent="-394335" algn="l">
              <a:lnSpc>
                <a:spcPct val="100000"/>
              </a:lnSpc>
              <a:spcBef>
                <a:spcPts val="600"/>
              </a:spcBef>
              <a:spcAft>
                <a:spcPts val="0"/>
              </a:spcAft>
              <a:buSzPts val="2610"/>
              <a:buChar char="•"/>
              <a:defRPr/>
            </a:lvl7pPr>
            <a:lvl8pPr marL="3657600" lvl="7" indent="-394334" algn="l">
              <a:lnSpc>
                <a:spcPct val="100000"/>
              </a:lnSpc>
              <a:spcBef>
                <a:spcPts val="600"/>
              </a:spcBef>
              <a:spcAft>
                <a:spcPts val="0"/>
              </a:spcAft>
              <a:buSzPts val="2610"/>
              <a:buChar char="•"/>
              <a:defRPr/>
            </a:lvl8pPr>
            <a:lvl9pPr marL="4114800" lvl="8" indent="-394334" algn="l">
              <a:lnSpc>
                <a:spcPct val="100000"/>
              </a:lnSpc>
              <a:spcBef>
                <a:spcPts val="600"/>
              </a:spcBef>
              <a:spcAft>
                <a:spcPts val="600"/>
              </a:spcAft>
              <a:buSzPts val="2610"/>
              <a:buChar char="•"/>
              <a:defRPr/>
            </a:lvl9pPr>
          </a:lstStyle>
          <a:p>
            <a:pPr lvl="0"/>
            <a:r>
              <a:rPr lang="es-ES"/>
              <a:t>Editar el estilo de texto del patrón</a:t>
            </a:r>
          </a:p>
        </p:txBody>
      </p:sp>
      <p:sp>
        <p:nvSpPr>
          <p:cNvPr id="21" name="Google Shape;44;p33"/>
          <p:cNvSpPr/>
          <p:nvPr/>
        </p:nvSpPr>
        <p:spPr>
          <a:xfrm>
            <a:off x="0" y="2945986"/>
            <a:ext cx="1567543" cy="45719"/>
          </a:xfrm>
          <a:prstGeom prst="rect">
            <a:avLst/>
          </a:prstGeom>
          <a:solidFill>
            <a:schemeClr val="lt1"/>
          </a:solidFill>
          <a:ln w="158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3" name="Google Shape;46;p33"/>
          <p:cNvSpPr/>
          <p:nvPr/>
        </p:nvSpPr>
        <p:spPr>
          <a:xfrm>
            <a:off x="0" y="3762419"/>
            <a:ext cx="1567543" cy="45719"/>
          </a:xfrm>
          <a:prstGeom prst="rect">
            <a:avLst/>
          </a:prstGeom>
          <a:solidFill>
            <a:schemeClr val="lt1"/>
          </a:solidFill>
          <a:ln w="158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5" name="Google Shape;48;p33"/>
          <p:cNvSpPr/>
          <p:nvPr/>
        </p:nvSpPr>
        <p:spPr>
          <a:xfrm>
            <a:off x="0" y="4570864"/>
            <a:ext cx="1567543" cy="45719"/>
          </a:xfrm>
          <a:prstGeom prst="rect">
            <a:avLst/>
          </a:prstGeom>
          <a:solidFill>
            <a:schemeClr val="lt1"/>
          </a:solidFill>
          <a:ln w="158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6" name="Google Shape;38;p32">
            <a:extLst>
              <a:ext uri="{FF2B5EF4-FFF2-40B4-BE49-F238E27FC236}">
                <a16:creationId xmlns:a16="http://schemas.microsoft.com/office/drawing/2014/main" id="{3BADBE63-7757-4E76-8885-C6A2C7D40C63}"/>
              </a:ext>
            </a:extLst>
          </p:cNvPr>
          <p:cNvSpPr txBox="1">
            <a:spLocks noGrp="1"/>
          </p:cNvSpPr>
          <p:nvPr>
            <p:ph type="sldNum" idx="12"/>
          </p:nvPr>
        </p:nvSpPr>
        <p:spPr>
          <a:xfrm>
            <a:off x="11714226" y="6537426"/>
            <a:ext cx="471056" cy="309420"/>
          </a:xfrm>
          <a:prstGeom prst="rect">
            <a:avLst/>
          </a:prstGeom>
          <a:noFill/>
          <a:ln w="9525" cap="rnd" cmpd="sng">
            <a:noFill/>
            <a:prstDash val="solid"/>
            <a:round/>
            <a:headEnd type="none" w="sm" len="sm"/>
            <a:tailEnd type="none" w="sm" len="sm"/>
          </a:ln>
        </p:spPr>
        <p:txBody>
          <a:bodyPr spcFirstLastPara="1" wrap="square" lIns="91425" tIns="45700" rIns="91425" bIns="45700" anchor="ctr" anchorCtr="0">
            <a:noAutofit/>
          </a:bodyPr>
          <a:lstStyle>
            <a:lvl1pPr marL="0" marR="0" lvl="0"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1pPr>
            <a:lvl2pPr marL="0" marR="0" lvl="1"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2pPr>
            <a:lvl3pPr marL="0" marR="0" lvl="2"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3pPr>
            <a:lvl4pPr marL="0" marR="0" lvl="3"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4pPr>
            <a:lvl5pPr marL="0" marR="0" lvl="4"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5pPr>
            <a:lvl6pPr marL="0" marR="0" lvl="5"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6pPr>
            <a:lvl7pPr marL="0" marR="0" lvl="6"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7pPr>
            <a:lvl8pPr marL="0" marR="0" lvl="7"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8pPr>
            <a:lvl9pPr marL="0" marR="0" lvl="8"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CO" smtClean="0"/>
              <a:t>‹Nº›</a:t>
            </a:fld>
            <a:endParaRPr lang="es-CO"/>
          </a:p>
        </p:txBody>
      </p:sp>
      <p:sp>
        <p:nvSpPr>
          <p:cNvPr id="15" name="Google Shape;43;p33"/>
          <p:cNvSpPr/>
          <p:nvPr/>
        </p:nvSpPr>
        <p:spPr>
          <a:xfrm>
            <a:off x="0" y="2296107"/>
            <a:ext cx="1567543" cy="649879"/>
          </a:xfrm>
          <a:prstGeom prst="rect">
            <a:avLst/>
          </a:prstGeom>
          <a:solidFill>
            <a:srgbClr val="0D324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s-CO" sz="1800" b="0" i="0" u="none" strike="noStrike" cap="none">
                <a:solidFill>
                  <a:schemeClr val="lt1"/>
                </a:solidFill>
                <a:latin typeface="Calibri"/>
                <a:ea typeface="Calibri"/>
                <a:cs typeface="Calibri"/>
                <a:sym typeface="Calibri"/>
              </a:rPr>
              <a:t>Condicional </a:t>
            </a:r>
            <a:br>
              <a:rPr lang="es-CO" sz="1800" b="0" i="0" u="none" strike="noStrike" cap="none">
                <a:solidFill>
                  <a:schemeClr val="lt1"/>
                </a:solidFill>
                <a:latin typeface="Calibri"/>
                <a:ea typeface="Calibri"/>
                <a:cs typeface="Calibri"/>
                <a:sym typeface="Calibri"/>
              </a:rPr>
            </a:br>
            <a:r>
              <a:rPr lang="es-CO" sz="1800" b="0" i="0" u="none" strike="noStrike" cap="none" err="1">
                <a:solidFill>
                  <a:schemeClr val="lt1"/>
                </a:solidFill>
                <a:latin typeface="Calibri"/>
                <a:ea typeface="Calibri"/>
                <a:cs typeface="Calibri"/>
                <a:sym typeface="Calibri"/>
              </a:rPr>
              <a:t>if-then-else</a:t>
            </a:r>
            <a:endParaRPr sz="1400" b="0" i="0" u="none" strike="noStrike" cap="none">
              <a:solidFill>
                <a:srgbClr val="000000"/>
              </a:solidFill>
              <a:latin typeface="Arial"/>
              <a:ea typeface="Arial"/>
              <a:cs typeface="Arial"/>
              <a:sym typeface="Arial"/>
            </a:endParaRPr>
          </a:p>
        </p:txBody>
      </p:sp>
      <p:sp>
        <p:nvSpPr>
          <p:cNvPr id="16" name="Google Shape;45;p33"/>
          <p:cNvSpPr/>
          <p:nvPr/>
        </p:nvSpPr>
        <p:spPr>
          <a:xfrm>
            <a:off x="0" y="3112540"/>
            <a:ext cx="1567543" cy="649879"/>
          </a:xfrm>
          <a:prstGeom prst="rect">
            <a:avLst/>
          </a:prstGeom>
          <a:solidFill>
            <a:srgbClr val="009BA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s-CO" sz="1800" b="0" i="0" u="none" strike="noStrike" cap="none">
                <a:solidFill>
                  <a:schemeClr val="lt1"/>
                </a:solidFill>
                <a:latin typeface="Calibri"/>
                <a:ea typeface="Calibri"/>
                <a:cs typeface="Calibri"/>
                <a:sym typeface="Calibri"/>
              </a:rPr>
              <a:t>Sección </a:t>
            </a:r>
            <a:r>
              <a:rPr lang="es-CO" sz="1800" b="0" i="0" u="none" strike="noStrike" cap="none" err="1">
                <a:solidFill>
                  <a:schemeClr val="lt1"/>
                </a:solidFill>
                <a:latin typeface="Calibri"/>
                <a:ea typeface="Calibri"/>
                <a:cs typeface="Calibri"/>
                <a:sym typeface="Calibri"/>
              </a:rPr>
              <a:t>elif</a:t>
            </a:r>
            <a:endParaRPr lang="es-CO" sz="1800" b="0" i="0" u="none" strike="noStrike" cap="none">
              <a:solidFill>
                <a:schemeClr val="lt1"/>
              </a:solidFill>
              <a:latin typeface="Calibri"/>
              <a:ea typeface="Calibri"/>
              <a:cs typeface="Calibri"/>
              <a:sym typeface="Calibri"/>
            </a:endParaRPr>
          </a:p>
        </p:txBody>
      </p:sp>
      <p:sp>
        <p:nvSpPr>
          <p:cNvPr id="27" name="Google Shape;47;p33"/>
          <p:cNvSpPr/>
          <p:nvPr/>
        </p:nvSpPr>
        <p:spPr>
          <a:xfrm>
            <a:off x="0" y="3920985"/>
            <a:ext cx="1567543" cy="649879"/>
          </a:xfrm>
          <a:prstGeom prst="rect">
            <a:avLst/>
          </a:prstGeom>
          <a:solidFill>
            <a:srgbClr val="009BA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s-CO" sz="1800" b="0" i="0" u="none" strike="noStrike" cap="none">
                <a:solidFill>
                  <a:schemeClr val="lt1"/>
                </a:solidFill>
                <a:latin typeface="Calibri"/>
                <a:ea typeface="Calibri"/>
                <a:cs typeface="Calibri"/>
                <a:sym typeface="Calibri"/>
              </a:rPr>
              <a:t>Condicionales anidados</a:t>
            </a:r>
            <a:endParaRPr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366037085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ema 2 de 3">
    <p:bg>
      <p:bgPr>
        <a:solidFill>
          <a:schemeClr val="bg1"/>
        </a:solidFill>
        <a:effectLst/>
      </p:bgPr>
    </p:bg>
    <p:spTree>
      <p:nvGrpSpPr>
        <p:cNvPr id="1" name=""/>
        <p:cNvGrpSpPr/>
        <p:nvPr/>
      </p:nvGrpSpPr>
      <p:grpSpPr>
        <a:xfrm>
          <a:off x="0" y="0"/>
          <a:ext cx="0" cy="0"/>
          <a:chOff x="0" y="0"/>
          <a:chExt cx="0" cy="0"/>
        </a:xfrm>
      </p:grpSpPr>
      <p:sp>
        <p:nvSpPr>
          <p:cNvPr id="13" name="Rectángulo 12">
            <a:extLst>
              <a:ext uri="{FF2B5EF4-FFF2-40B4-BE49-F238E27FC236}">
                <a16:creationId xmlns:a16="http://schemas.microsoft.com/office/drawing/2014/main" id="{7B3CDB48-DCBE-4C96-96CD-319BFEF3F5D1}"/>
              </a:ext>
            </a:extLst>
          </p:cNvPr>
          <p:cNvSpPr/>
          <p:nvPr/>
        </p:nvSpPr>
        <p:spPr>
          <a:xfrm>
            <a:off x="-9526" y="0"/>
            <a:ext cx="1567543" cy="6858000"/>
          </a:xfrm>
          <a:prstGeom prst="rect">
            <a:avLst/>
          </a:prstGeom>
          <a:gradFill flip="none" rotWithShape="1">
            <a:gsLst>
              <a:gs pos="0">
                <a:schemeClr val="bg1"/>
              </a:gs>
              <a:gs pos="36000">
                <a:srgbClr val="E0E0E0"/>
              </a:gs>
              <a:gs pos="67000">
                <a:srgbClr val="C8C8C8"/>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pic>
        <p:nvPicPr>
          <p:cNvPr id="14" name="Gráfico 11">
            <a:extLst>
              <a:ext uri="{FF2B5EF4-FFF2-40B4-BE49-F238E27FC236}">
                <a16:creationId xmlns:a16="http://schemas.microsoft.com/office/drawing/2014/main" id="{01917929-CAC9-4C23-BB91-8827BDA2CAEB}"/>
              </a:ext>
            </a:extLst>
          </p:cNvPr>
          <p:cNvPicPr>
            <a:picLocks noChangeAspect="1"/>
          </p:cNvPicPr>
          <p:nvPr/>
        </p:nvPicPr>
        <p:blipFill rotWithShape="1">
          <a:blip r:embed="rId2">
            <a:alphaModFix amt="3000"/>
            <a:extLst>
              <a:ext uri="{BEBA8EAE-BF5A-486C-A8C5-ECC9F3942E4B}">
                <a14:imgProps xmlns:a14="http://schemas.microsoft.com/office/drawing/2010/main">
                  <a14:imgLayer r:embed="rId3">
                    <a14:imgEffect>
                      <a14:colorTemperature colorTemp="10702"/>
                    </a14:imgEffect>
                    <a14:imgEffect>
                      <a14:saturation sat="133000"/>
                    </a14:imgEffect>
                    <a14:imgEffect>
                      <a14:brightnessContrast contrast="-100000"/>
                    </a14:imgEffect>
                  </a14:imgLayer>
                </a14:imgProps>
              </a:ext>
            </a:extLst>
          </a:blip>
          <a:srcRect r="84162"/>
          <a:stretch/>
        </p:blipFill>
        <p:spPr>
          <a:xfrm>
            <a:off x="210" y="5304"/>
            <a:ext cx="1590466" cy="6858000"/>
          </a:xfrm>
          <a:prstGeom prst="rect">
            <a:avLst/>
          </a:prstGeom>
        </p:spPr>
      </p:pic>
      <p:sp>
        <p:nvSpPr>
          <p:cNvPr id="18" name="Google Shape;40;p33"/>
          <p:cNvSpPr txBox="1">
            <a:spLocks noGrp="1"/>
          </p:cNvSpPr>
          <p:nvPr>
            <p:ph type="title" hasCustomPrompt="1"/>
          </p:nvPr>
        </p:nvSpPr>
        <p:spPr>
          <a:xfrm>
            <a:off x="2076994" y="222069"/>
            <a:ext cx="9666016" cy="1018902"/>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4400"/>
              <a:buFont typeface="Calibri"/>
              <a:buNone/>
              <a:defRPr sz="4400" b="1">
                <a:solidFill>
                  <a:srgbClr val="009BAF"/>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s-CO"/>
              <a:t>TÍTULO</a:t>
            </a:r>
            <a:endParaRPr/>
          </a:p>
        </p:txBody>
      </p:sp>
      <p:sp>
        <p:nvSpPr>
          <p:cNvPr id="19" name="Google Shape;41;p33"/>
          <p:cNvSpPr txBox="1">
            <a:spLocks noGrp="1"/>
          </p:cNvSpPr>
          <p:nvPr>
            <p:ph type="body" idx="1"/>
          </p:nvPr>
        </p:nvSpPr>
        <p:spPr>
          <a:xfrm>
            <a:off x="2076994" y="1410789"/>
            <a:ext cx="9666016" cy="4663440"/>
          </a:xfrm>
          <a:prstGeom prst="rect">
            <a:avLst/>
          </a:prstGeom>
          <a:noFill/>
          <a:ln>
            <a:noFill/>
          </a:ln>
        </p:spPr>
        <p:txBody>
          <a:bodyPr spcFirstLastPara="1" wrap="square" lIns="91425" tIns="45700" rIns="91425" bIns="45700" anchor="t" anchorCtr="0">
            <a:normAutofit/>
          </a:bodyPr>
          <a:lstStyle>
            <a:lvl1pPr marL="457200" lvl="0" indent="-381000" algn="l">
              <a:lnSpc>
                <a:spcPct val="100000"/>
              </a:lnSpc>
              <a:spcBef>
                <a:spcPts val="480"/>
              </a:spcBef>
              <a:spcAft>
                <a:spcPts val="0"/>
              </a:spcAft>
              <a:buClr>
                <a:srgbClr val="009BAF"/>
              </a:buClr>
              <a:buSzPts val="2400"/>
              <a:buChar char="•"/>
              <a:defRPr>
                <a:latin typeface="Calibri"/>
                <a:ea typeface="Calibri"/>
                <a:cs typeface="Calibri"/>
                <a:sym typeface="Calibri"/>
              </a:defRPr>
            </a:lvl1pPr>
            <a:lvl2pPr marL="914400" lvl="1" indent="-355600" algn="l">
              <a:lnSpc>
                <a:spcPct val="100000"/>
              </a:lnSpc>
              <a:spcBef>
                <a:spcPts val="600"/>
              </a:spcBef>
              <a:spcAft>
                <a:spcPts val="0"/>
              </a:spcAft>
              <a:buSzPts val="2000"/>
              <a:buChar char="•"/>
              <a:defRPr>
                <a:latin typeface="Calibri"/>
                <a:ea typeface="Calibri"/>
                <a:cs typeface="Calibri"/>
                <a:sym typeface="Calibri"/>
              </a:defRPr>
            </a:lvl2pPr>
            <a:lvl3pPr marL="1371600" lvl="2" indent="-342900" algn="l">
              <a:lnSpc>
                <a:spcPct val="100000"/>
              </a:lnSpc>
              <a:spcBef>
                <a:spcPts val="600"/>
              </a:spcBef>
              <a:spcAft>
                <a:spcPts val="0"/>
              </a:spcAft>
              <a:buSzPts val="1800"/>
              <a:buChar char="•"/>
              <a:defRPr>
                <a:latin typeface="Calibri"/>
                <a:ea typeface="Calibri"/>
                <a:cs typeface="Calibri"/>
                <a:sym typeface="Calibri"/>
              </a:defRPr>
            </a:lvl3pPr>
            <a:lvl4pPr marL="1828800" lvl="3" indent="-330200" algn="l">
              <a:lnSpc>
                <a:spcPct val="100000"/>
              </a:lnSpc>
              <a:spcBef>
                <a:spcPts val="600"/>
              </a:spcBef>
              <a:spcAft>
                <a:spcPts val="0"/>
              </a:spcAft>
              <a:buSzPts val="1600"/>
              <a:buChar char="•"/>
              <a:defRPr>
                <a:latin typeface="Calibri"/>
                <a:ea typeface="Calibri"/>
                <a:cs typeface="Calibri"/>
                <a:sym typeface="Calibri"/>
              </a:defRPr>
            </a:lvl4pPr>
            <a:lvl5pPr marL="2286000" lvl="4" indent="-317500" algn="l">
              <a:lnSpc>
                <a:spcPct val="100000"/>
              </a:lnSpc>
              <a:spcBef>
                <a:spcPts val="600"/>
              </a:spcBef>
              <a:spcAft>
                <a:spcPts val="0"/>
              </a:spcAft>
              <a:buSzPts val="1400"/>
              <a:buChar char="•"/>
              <a:defRPr>
                <a:latin typeface="Calibri"/>
                <a:ea typeface="Calibri"/>
                <a:cs typeface="Calibri"/>
                <a:sym typeface="Calibri"/>
              </a:defRPr>
            </a:lvl5pPr>
            <a:lvl6pPr marL="2743200" lvl="5" indent="-394335" algn="l">
              <a:lnSpc>
                <a:spcPct val="100000"/>
              </a:lnSpc>
              <a:spcBef>
                <a:spcPts val="600"/>
              </a:spcBef>
              <a:spcAft>
                <a:spcPts val="0"/>
              </a:spcAft>
              <a:buSzPts val="2610"/>
              <a:buChar char="•"/>
              <a:defRPr/>
            </a:lvl6pPr>
            <a:lvl7pPr marL="3200400" lvl="6" indent="-394335" algn="l">
              <a:lnSpc>
                <a:spcPct val="100000"/>
              </a:lnSpc>
              <a:spcBef>
                <a:spcPts val="600"/>
              </a:spcBef>
              <a:spcAft>
                <a:spcPts val="0"/>
              </a:spcAft>
              <a:buSzPts val="2610"/>
              <a:buChar char="•"/>
              <a:defRPr/>
            </a:lvl7pPr>
            <a:lvl8pPr marL="3657600" lvl="7" indent="-394334" algn="l">
              <a:lnSpc>
                <a:spcPct val="100000"/>
              </a:lnSpc>
              <a:spcBef>
                <a:spcPts val="600"/>
              </a:spcBef>
              <a:spcAft>
                <a:spcPts val="0"/>
              </a:spcAft>
              <a:buSzPts val="2610"/>
              <a:buChar char="•"/>
              <a:defRPr/>
            </a:lvl8pPr>
            <a:lvl9pPr marL="4114800" lvl="8" indent="-394334" algn="l">
              <a:lnSpc>
                <a:spcPct val="100000"/>
              </a:lnSpc>
              <a:spcBef>
                <a:spcPts val="600"/>
              </a:spcBef>
              <a:spcAft>
                <a:spcPts val="600"/>
              </a:spcAft>
              <a:buSzPts val="2610"/>
              <a:buChar char="•"/>
              <a:defRPr/>
            </a:lvl9pPr>
          </a:lstStyle>
          <a:p>
            <a:pPr lvl="0"/>
            <a:r>
              <a:rPr lang="es-ES"/>
              <a:t>Editar el estilo de texto del patrón</a:t>
            </a:r>
          </a:p>
        </p:txBody>
      </p:sp>
      <p:sp>
        <p:nvSpPr>
          <p:cNvPr id="20" name="Google Shape;43;p33"/>
          <p:cNvSpPr/>
          <p:nvPr/>
        </p:nvSpPr>
        <p:spPr>
          <a:xfrm>
            <a:off x="0" y="2296107"/>
            <a:ext cx="1567543" cy="649879"/>
          </a:xfrm>
          <a:prstGeom prst="rect">
            <a:avLst/>
          </a:prstGeom>
          <a:solidFill>
            <a:srgbClr val="009BA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s-CO" sz="1800" b="0" i="0" u="none" strike="noStrike" cap="none">
                <a:solidFill>
                  <a:schemeClr val="lt1"/>
                </a:solidFill>
                <a:latin typeface="Calibri"/>
                <a:ea typeface="Calibri"/>
                <a:cs typeface="Calibri"/>
                <a:sym typeface="Calibri"/>
              </a:rPr>
              <a:t>Condicional </a:t>
            </a:r>
            <a:br>
              <a:rPr lang="es-CO" sz="1800" b="0" i="0" u="none" strike="noStrike" cap="none">
                <a:solidFill>
                  <a:schemeClr val="lt1"/>
                </a:solidFill>
                <a:latin typeface="Calibri"/>
                <a:ea typeface="Calibri"/>
                <a:cs typeface="Calibri"/>
                <a:sym typeface="Calibri"/>
              </a:rPr>
            </a:br>
            <a:r>
              <a:rPr lang="es-CO" sz="1800" b="0" i="0" u="none" strike="noStrike" cap="none" err="1">
                <a:solidFill>
                  <a:schemeClr val="lt1"/>
                </a:solidFill>
                <a:latin typeface="Calibri"/>
                <a:ea typeface="Calibri"/>
                <a:cs typeface="Calibri"/>
                <a:sym typeface="Calibri"/>
              </a:rPr>
              <a:t>if-then-else</a:t>
            </a:r>
            <a:endParaRPr sz="1400" b="0" i="0" u="none" strike="noStrike" cap="none">
              <a:solidFill>
                <a:srgbClr val="000000"/>
              </a:solidFill>
              <a:latin typeface="Arial"/>
              <a:ea typeface="Arial"/>
              <a:cs typeface="Arial"/>
              <a:sym typeface="Arial"/>
            </a:endParaRPr>
          </a:p>
        </p:txBody>
      </p:sp>
      <p:sp>
        <p:nvSpPr>
          <p:cNvPr id="21" name="Google Shape;44;p33"/>
          <p:cNvSpPr/>
          <p:nvPr/>
        </p:nvSpPr>
        <p:spPr>
          <a:xfrm>
            <a:off x="0" y="2945986"/>
            <a:ext cx="1567543" cy="45719"/>
          </a:xfrm>
          <a:prstGeom prst="rect">
            <a:avLst/>
          </a:prstGeom>
          <a:solidFill>
            <a:schemeClr val="lt1"/>
          </a:solidFill>
          <a:ln w="158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2" name="Google Shape;45;p33"/>
          <p:cNvSpPr/>
          <p:nvPr/>
        </p:nvSpPr>
        <p:spPr>
          <a:xfrm>
            <a:off x="0" y="3112540"/>
            <a:ext cx="1567543" cy="649879"/>
          </a:xfrm>
          <a:prstGeom prst="rect">
            <a:avLst/>
          </a:prstGeom>
          <a:solidFill>
            <a:srgbClr val="0D324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s-CO" sz="1800" b="0" i="0" u="none" strike="noStrike" cap="none">
                <a:solidFill>
                  <a:schemeClr val="lt1"/>
                </a:solidFill>
                <a:latin typeface="Calibri"/>
                <a:ea typeface="Calibri"/>
                <a:cs typeface="Calibri"/>
                <a:sym typeface="Calibri"/>
              </a:rPr>
              <a:t>Sección </a:t>
            </a:r>
            <a:r>
              <a:rPr lang="es-CO" sz="1800" b="0" i="0" u="none" strike="noStrike" cap="none" err="1">
                <a:solidFill>
                  <a:schemeClr val="lt1"/>
                </a:solidFill>
                <a:latin typeface="Calibri"/>
                <a:ea typeface="Calibri"/>
                <a:cs typeface="Calibri"/>
                <a:sym typeface="Calibri"/>
              </a:rPr>
              <a:t>elif</a:t>
            </a:r>
            <a:endParaRPr lang="es-CO" sz="1800" b="0" i="0" u="none" strike="noStrike" cap="none">
              <a:solidFill>
                <a:schemeClr val="lt1"/>
              </a:solidFill>
              <a:latin typeface="Calibri"/>
              <a:ea typeface="Calibri"/>
              <a:cs typeface="Calibri"/>
              <a:sym typeface="Calibri"/>
            </a:endParaRPr>
          </a:p>
        </p:txBody>
      </p:sp>
      <p:sp>
        <p:nvSpPr>
          <p:cNvPr id="23" name="Google Shape;46;p33"/>
          <p:cNvSpPr/>
          <p:nvPr/>
        </p:nvSpPr>
        <p:spPr>
          <a:xfrm>
            <a:off x="0" y="3762419"/>
            <a:ext cx="1567543" cy="45719"/>
          </a:xfrm>
          <a:prstGeom prst="rect">
            <a:avLst/>
          </a:prstGeom>
          <a:solidFill>
            <a:schemeClr val="lt1"/>
          </a:solidFill>
          <a:ln w="158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4" name="Google Shape;47;p33"/>
          <p:cNvSpPr/>
          <p:nvPr/>
        </p:nvSpPr>
        <p:spPr>
          <a:xfrm>
            <a:off x="0" y="3920985"/>
            <a:ext cx="1567543" cy="649879"/>
          </a:xfrm>
          <a:prstGeom prst="rect">
            <a:avLst/>
          </a:prstGeom>
          <a:solidFill>
            <a:srgbClr val="009BA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s-CO" sz="1800" b="0" i="0" u="none" strike="noStrike" cap="none">
                <a:solidFill>
                  <a:schemeClr val="lt1"/>
                </a:solidFill>
                <a:latin typeface="Calibri"/>
                <a:ea typeface="Calibri"/>
                <a:cs typeface="Calibri"/>
                <a:sym typeface="Calibri"/>
              </a:rPr>
              <a:t>Condicionales anidados</a:t>
            </a:r>
            <a:endParaRPr sz="1400" b="0" i="0" u="none" strike="noStrike" cap="none">
              <a:solidFill>
                <a:srgbClr val="000000"/>
              </a:solidFill>
              <a:latin typeface="Arial"/>
              <a:ea typeface="Arial"/>
              <a:cs typeface="Arial"/>
              <a:sym typeface="Arial"/>
            </a:endParaRPr>
          </a:p>
        </p:txBody>
      </p:sp>
      <p:sp>
        <p:nvSpPr>
          <p:cNvPr id="25" name="Google Shape;48;p33"/>
          <p:cNvSpPr/>
          <p:nvPr/>
        </p:nvSpPr>
        <p:spPr>
          <a:xfrm>
            <a:off x="0" y="4570864"/>
            <a:ext cx="1567543" cy="45719"/>
          </a:xfrm>
          <a:prstGeom prst="rect">
            <a:avLst/>
          </a:prstGeom>
          <a:solidFill>
            <a:schemeClr val="lt1"/>
          </a:solidFill>
          <a:ln w="158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6" name="Google Shape;38;p32">
            <a:extLst>
              <a:ext uri="{FF2B5EF4-FFF2-40B4-BE49-F238E27FC236}">
                <a16:creationId xmlns:a16="http://schemas.microsoft.com/office/drawing/2014/main" id="{3BADBE63-7757-4E76-8885-C6A2C7D40C63}"/>
              </a:ext>
            </a:extLst>
          </p:cNvPr>
          <p:cNvSpPr txBox="1">
            <a:spLocks noGrp="1"/>
          </p:cNvSpPr>
          <p:nvPr>
            <p:ph type="sldNum" idx="12"/>
          </p:nvPr>
        </p:nvSpPr>
        <p:spPr>
          <a:xfrm>
            <a:off x="11714226" y="6537426"/>
            <a:ext cx="471056" cy="309420"/>
          </a:xfrm>
          <a:prstGeom prst="rect">
            <a:avLst/>
          </a:prstGeom>
          <a:noFill/>
          <a:ln w="9525" cap="rnd" cmpd="sng">
            <a:noFill/>
            <a:prstDash val="solid"/>
            <a:round/>
            <a:headEnd type="none" w="sm" len="sm"/>
            <a:tailEnd type="none" w="sm" len="sm"/>
          </a:ln>
        </p:spPr>
        <p:txBody>
          <a:bodyPr spcFirstLastPara="1" wrap="square" lIns="91425" tIns="45700" rIns="91425" bIns="45700" anchor="ctr" anchorCtr="0">
            <a:noAutofit/>
          </a:bodyPr>
          <a:lstStyle>
            <a:lvl1pPr marL="0" marR="0" lvl="0"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1pPr>
            <a:lvl2pPr marL="0" marR="0" lvl="1"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2pPr>
            <a:lvl3pPr marL="0" marR="0" lvl="2"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3pPr>
            <a:lvl4pPr marL="0" marR="0" lvl="3"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4pPr>
            <a:lvl5pPr marL="0" marR="0" lvl="4"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5pPr>
            <a:lvl6pPr marL="0" marR="0" lvl="5"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6pPr>
            <a:lvl7pPr marL="0" marR="0" lvl="6"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7pPr>
            <a:lvl8pPr marL="0" marR="0" lvl="7"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8pPr>
            <a:lvl9pPr marL="0" marR="0" lvl="8"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CO" smtClean="0"/>
              <a:t>‹Nº›</a:t>
            </a:fld>
            <a:endParaRPr lang="es-CO"/>
          </a:p>
        </p:txBody>
      </p:sp>
    </p:spTree>
    <p:extLst>
      <p:ext uri="{BB962C8B-B14F-4D97-AF65-F5344CB8AC3E}">
        <p14:creationId xmlns:p14="http://schemas.microsoft.com/office/powerpoint/2010/main" val="102600509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ema 3 de 3">
    <p:bg>
      <p:bgPr>
        <a:solidFill>
          <a:schemeClr val="bg1"/>
        </a:solidFill>
        <a:effectLst/>
      </p:bgPr>
    </p:bg>
    <p:spTree>
      <p:nvGrpSpPr>
        <p:cNvPr id="1" name=""/>
        <p:cNvGrpSpPr/>
        <p:nvPr/>
      </p:nvGrpSpPr>
      <p:grpSpPr>
        <a:xfrm>
          <a:off x="0" y="0"/>
          <a:ext cx="0" cy="0"/>
          <a:chOff x="0" y="0"/>
          <a:chExt cx="0" cy="0"/>
        </a:xfrm>
      </p:grpSpPr>
      <p:pic>
        <p:nvPicPr>
          <p:cNvPr id="14" name="Gráfico 11">
            <a:extLst>
              <a:ext uri="{FF2B5EF4-FFF2-40B4-BE49-F238E27FC236}">
                <a16:creationId xmlns:a16="http://schemas.microsoft.com/office/drawing/2014/main" id="{5DCCAEF9-2F14-419C-88B2-DA5C937F7DCF}"/>
              </a:ext>
            </a:extLst>
          </p:cNvPr>
          <p:cNvPicPr>
            <a:picLocks noChangeAspect="1"/>
          </p:cNvPicPr>
          <p:nvPr userDrawn="1"/>
        </p:nvPicPr>
        <p:blipFill rotWithShape="1">
          <a:blip r:embed="rId2">
            <a:alphaModFix amt="3000"/>
            <a:extLst>
              <a:ext uri="{BEBA8EAE-BF5A-486C-A8C5-ECC9F3942E4B}">
                <a14:imgProps xmlns:a14="http://schemas.microsoft.com/office/drawing/2010/main">
                  <a14:imgLayer r:embed="rId3">
                    <a14:imgEffect>
                      <a14:colorTemperature colorTemp="10702"/>
                    </a14:imgEffect>
                    <a14:imgEffect>
                      <a14:saturation sat="133000"/>
                    </a14:imgEffect>
                    <a14:imgEffect>
                      <a14:brightnessContrast contrast="-100000"/>
                    </a14:imgEffect>
                  </a14:imgLayer>
                </a14:imgProps>
              </a:ext>
            </a:extLst>
          </a:blip>
          <a:srcRect r="84162"/>
          <a:stretch/>
        </p:blipFill>
        <p:spPr>
          <a:xfrm>
            <a:off x="-42185" y="-11154"/>
            <a:ext cx="1590466" cy="6858000"/>
          </a:xfrm>
          <a:prstGeom prst="rect">
            <a:avLst/>
          </a:prstGeom>
        </p:spPr>
      </p:pic>
      <p:pic>
        <p:nvPicPr>
          <p:cNvPr id="13" name="Gráfico 11">
            <a:extLst>
              <a:ext uri="{FF2B5EF4-FFF2-40B4-BE49-F238E27FC236}">
                <a16:creationId xmlns:a16="http://schemas.microsoft.com/office/drawing/2014/main" id="{01917929-CAC9-4C23-BB91-8827BDA2CAEB}"/>
              </a:ext>
            </a:extLst>
          </p:cNvPr>
          <p:cNvPicPr>
            <a:picLocks noChangeAspect="1"/>
          </p:cNvPicPr>
          <p:nvPr/>
        </p:nvPicPr>
        <p:blipFill rotWithShape="1">
          <a:blip r:embed="rId2">
            <a:alphaModFix amt="3000"/>
            <a:extLst>
              <a:ext uri="{BEBA8EAE-BF5A-486C-A8C5-ECC9F3942E4B}">
                <a14:imgProps xmlns:a14="http://schemas.microsoft.com/office/drawing/2010/main">
                  <a14:imgLayer r:embed="rId3">
                    <a14:imgEffect>
                      <a14:colorTemperature colorTemp="10702"/>
                    </a14:imgEffect>
                    <a14:imgEffect>
                      <a14:saturation sat="133000"/>
                    </a14:imgEffect>
                    <a14:imgEffect>
                      <a14:brightnessContrast contrast="-100000"/>
                    </a14:imgEffect>
                  </a14:imgLayer>
                </a14:imgProps>
              </a:ext>
            </a:extLst>
          </a:blip>
          <a:srcRect r="84162"/>
          <a:stretch/>
        </p:blipFill>
        <p:spPr>
          <a:xfrm>
            <a:off x="210" y="5304"/>
            <a:ext cx="1590466" cy="6858000"/>
          </a:xfrm>
          <a:prstGeom prst="rect">
            <a:avLst/>
          </a:prstGeom>
        </p:spPr>
      </p:pic>
      <p:sp>
        <p:nvSpPr>
          <p:cNvPr id="12" name="Rectángulo 11">
            <a:extLst>
              <a:ext uri="{FF2B5EF4-FFF2-40B4-BE49-F238E27FC236}">
                <a16:creationId xmlns:a16="http://schemas.microsoft.com/office/drawing/2014/main" id="{7B3CDB48-DCBE-4C96-96CD-319BFEF3F5D1}"/>
              </a:ext>
            </a:extLst>
          </p:cNvPr>
          <p:cNvSpPr/>
          <p:nvPr/>
        </p:nvSpPr>
        <p:spPr>
          <a:xfrm>
            <a:off x="-9526" y="0"/>
            <a:ext cx="1567543" cy="6858000"/>
          </a:xfrm>
          <a:prstGeom prst="rect">
            <a:avLst/>
          </a:prstGeom>
          <a:gradFill flip="none" rotWithShape="1">
            <a:gsLst>
              <a:gs pos="0">
                <a:schemeClr val="bg1"/>
              </a:gs>
              <a:gs pos="36000">
                <a:srgbClr val="E0E0E0"/>
              </a:gs>
              <a:gs pos="67000">
                <a:srgbClr val="C8C8C8"/>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18" name="Google Shape;40;p33"/>
          <p:cNvSpPr txBox="1">
            <a:spLocks noGrp="1"/>
          </p:cNvSpPr>
          <p:nvPr>
            <p:ph type="title" hasCustomPrompt="1"/>
          </p:nvPr>
        </p:nvSpPr>
        <p:spPr>
          <a:xfrm>
            <a:off x="2076994" y="222069"/>
            <a:ext cx="9666016" cy="1018902"/>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4400"/>
              <a:buFont typeface="Calibri"/>
              <a:buNone/>
              <a:defRPr sz="4400" b="1">
                <a:solidFill>
                  <a:srgbClr val="009BAF"/>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s-CO"/>
              <a:t>TÍTULO</a:t>
            </a:r>
            <a:endParaRPr/>
          </a:p>
        </p:txBody>
      </p:sp>
      <p:sp>
        <p:nvSpPr>
          <p:cNvPr id="19" name="Google Shape;41;p33"/>
          <p:cNvSpPr txBox="1">
            <a:spLocks noGrp="1"/>
          </p:cNvSpPr>
          <p:nvPr>
            <p:ph type="body" idx="1"/>
          </p:nvPr>
        </p:nvSpPr>
        <p:spPr>
          <a:xfrm>
            <a:off x="2076994" y="1410789"/>
            <a:ext cx="9666016" cy="4663440"/>
          </a:xfrm>
          <a:prstGeom prst="rect">
            <a:avLst/>
          </a:prstGeom>
          <a:noFill/>
          <a:ln>
            <a:noFill/>
          </a:ln>
        </p:spPr>
        <p:txBody>
          <a:bodyPr spcFirstLastPara="1" wrap="square" lIns="91425" tIns="45700" rIns="91425" bIns="45700" anchor="t" anchorCtr="0">
            <a:normAutofit/>
          </a:bodyPr>
          <a:lstStyle>
            <a:lvl1pPr marL="457200" lvl="0" indent="-381000" algn="l">
              <a:lnSpc>
                <a:spcPct val="100000"/>
              </a:lnSpc>
              <a:spcBef>
                <a:spcPts val="480"/>
              </a:spcBef>
              <a:spcAft>
                <a:spcPts val="0"/>
              </a:spcAft>
              <a:buClr>
                <a:srgbClr val="009BAF"/>
              </a:buClr>
              <a:buSzPts val="2400"/>
              <a:buChar char="•"/>
              <a:defRPr>
                <a:latin typeface="Calibri"/>
                <a:ea typeface="Calibri"/>
                <a:cs typeface="Calibri"/>
                <a:sym typeface="Calibri"/>
              </a:defRPr>
            </a:lvl1pPr>
            <a:lvl2pPr marL="914400" lvl="1" indent="-355600" algn="l">
              <a:lnSpc>
                <a:spcPct val="100000"/>
              </a:lnSpc>
              <a:spcBef>
                <a:spcPts val="600"/>
              </a:spcBef>
              <a:spcAft>
                <a:spcPts val="0"/>
              </a:spcAft>
              <a:buSzPts val="2000"/>
              <a:buChar char="•"/>
              <a:defRPr>
                <a:latin typeface="Calibri"/>
                <a:ea typeface="Calibri"/>
                <a:cs typeface="Calibri"/>
                <a:sym typeface="Calibri"/>
              </a:defRPr>
            </a:lvl2pPr>
            <a:lvl3pPr marL="1371600" lvl="2" indent="-342900" algn="l">
              <a:lnSpc>
                <a:spcPct val="100000"/>
              </a:lnSpc>
              <a:spcBef>
                <a:spcPts val="600"/>
              </a:spcBef>
              <a:spcAft>
                <a:spcPts val="0"/>
              </a:spcAft>
              <a:buSzPts val="1800"/>
              <a:buChar char="•"/>
              <a:defRPr>
                <a:latin typeface="Calibri"/>
                <a:ea typeface="Calibri"/>
                <a:cs typeface="Calibri"/>
                <a:sym typeface="Calibri"/>
              </a:defRPr>
            </a:lvl3pPr>
            <a:lvl4pPr marL="1828800" lvl="3" indent="-330200" algn="l">
              <a:lnSpc>
                <a:spcPct val="100000"/>
              </a:lnSpc>
              <a:spcBef>
                <a:spcPts val="600"/>
              </a:spcBef>
              <a:spcAft>
                <a:spcPts val="0"/>
              </a:spcAft>
              <a:buSzPts val="1600"/>
              <a:buChar char="•"/>
              <a:defRPr>
                <a:latin typeface="Calibri"/>
                <a:ea typeface="Calibri"/>
                <a:cs typeface="Calibri"/>
                <a:sym typeface="Calibri"/>
              </a:defRPr>
            </a:lvl4pPr>
            <a:lvl5pPr marL="2286000" lvl="4" indent="-317500" algn="l">
              <a:lnSpc>
                <a:spcPct val="100000"/>
              </a:lnSpc>
              <a:spcBef>
                <a:spcPts val="600"/>
              </a:spcBef>
              <a:spcAft>
                <a:spcPts val="0"/>
              </a:spcAft>
              <a:buSzPts val="1400"/>
              <a:buChar char="•"/>
              <a:defRPr>
                <a:latin typeface="Calibri"/>
                <a:ea typeface="Calibri"/>
                <a:cs typeface="Calibri"/>
                <a:sym typeface="Calibri"/>
              </a:defRPr>
            </a:lvl5pPr>
            <a:lvl6pPr marL="2743200" lvl="5" indent="-394335" algn="l">
              <a:lnSpc>
                <a:spcPct val="100000"/>
              </a:lnSpc>
              <a:spcBef>
                <a:spcPts val="600"/>
              </a:spcBef>
              <a:spcAft>
                <a:spcPts val="0"/>
              </a:spcAft>
              <a:buSzPts val="2610"/>
              <a:buChar char="•"/>
              <a:defRPr/>
            </a:lvl6pPr>
            <a:lvl7pPr marL="3200400" lvl="6" indent="-394335" algn="l">
              <a:lnSpc>
                <a:spcPct val="100000"/>
              </a:lnSpc>
              <a:spcBef>
                <a:spcPts val="600"/>
              </a:spcBef>
              <a:spcAft>
                <a:spcPts val="0"/>
              </a:spcAft>
              <a:buSzPts val="2610"/>
              <a:buChar char="•"/>
              <a:defRPr/>
            </a:lvl7pPr>
            <a:lvl8pPr marL="3657600" lvl="7" indent="-394334" algn="l">
              <a:lnSpc>
                <a:spcPct val="100000"/>
              </a:lnSpc>
              <a:spcBef>
                <a:spcPts val="600"/>
              </a:spcBef>
              <a:spcAft>
                <a:spcPts val="0"/>
              </a:spcAft>
              <a:buSzPts val="2610"/>
              <a:buChar char="•"/>
              <a:defRPr/>
            </a:lvl8pPr>
            <a:lvl9pPr marL="4114800" lvl="8" indent="-394334" algn="l">
              <a:lnSpc>
                <a:spcPct val="100000"/>
              </a:lnSpc>
              <a:spcBef>
                <a:spcPts val="600"/>
              </a:spcBef>
              <a:spcAft>
                <a:spcPts val="600"/>
              </a:spcAft>
              <a:buSzPts val="2610"/>
              <a:buChar char="•"/>
              <a:defRPr/>
            </a:lvl9pPr>
          </a:lstStyle>
          <a:p>
            <a:pPr lvl="0"/>
            <a:r>
              <a:rPr lang="es-ES"/>
              <a:t>Editar el estilo de texto del patrón</a:t>
            </a:r>
          </a:p>
        </p:txBody>
      </p:sp>
      <p:sp>
        <p:nvSpPr>
          <p:cNvPr id="20" name="Google Shape;43;p33"/>
          <p:cNvSpPr/>
          <p:nvPr/>
        </p:nvSpPr>
        <p:spPr>
          <a:xfrm>
            <a:off x="0" y="2296107"/>
            <a:ext cx="1567543" cy="649879"/>
          </a:xfrm>
          <a:prstGeom prst="rect">
            <a:avLst/>
          </a:prstGeom>
          <a:solidFill>
            <a:srgbClr val="0D324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s-CO" sz="1800" b="0" i="0" u="none" strike="noStrike" cap="none">
                <a:solidFill>
                  <a:schemeClr val="lt1"/>
                </a:solidFill>
                <a:latin typeface="Calibri"/>
                <a:ea typeface="Calibri"/>
                <a:cs typeface="Calibri"/>
                <a:sym typeface="Calibri"/>
              </a:rPr>
              <a:t>Condicional </a:t>
            </a:r>
            <a:br>
              <a:rPr lang="es-CO" sz="1800" b="0" i="0" u="none" strike="noStrike" cap="none">
                <a:solidFill>
                  <a:schemeClr val="lt1"/>
                </a:solidFill>
                <a:latin typeface="Calibri"/>
                <a:ea typeface="Calibri"/>
                <a:cs typeface="Calibri"/>
                <a:sym typeface="Calibri"/>
              </a:rPr>
            </a:br>
            <a:r>
              <a:rPr lang="es-CO" sz="1800" b="0" i="0" u="none" strike="noStrike" cap="none" err="1">
                <a:solidFill>
                  <a:schemeClr val="lt1"/>
                </a:solidFill>
                <a:latin typeface="Calibri"/>
                <a:ea typeface="Calibri"/>
                <a:cs typeface="Calibri"/>
                <a:sym typeface="Calibri"/>
              </a:rPr>
              <a:t>if-then-else</a:t>
            </a:r>
            <a:endParaRPr sz="1400" b="0" i="0" u="none" strike="noStrike" cap="none">
              <a:solidFill>
                <a:srgbClr val="000000"/>
              </a:solidFill>
              <a:latin typeface="Arial"/>
              <a:ea typeface="Arial"/>
              <a:cs typeface="Arial"/>
              <a:sym typeface="Arial"/>
            </a:endParaRPr>
          </a:p>
        </p:txBody>
      </p:sp>
      <p:sp>
        <p:nvSpPr>
          <p:cNvPr id="21" name="Google Shape;44;p33"/>
          <p:cNvSpPr/>
          <p:nvPr/>
        </p:nvSpPr>
        <p:spPr>
          <a:xfrm>
            <a:off x="0" y="2945986"/>
            <a:ext cx="1567543" cy="45719"/>
          </a:xfrm>
          <a:prstGeom prst="rect">
            <a:avLst/>
          </a:prstGeom>
          <a:solidFill>
            <a:schemeClr val="lt1"/>
          </a:solidFill>
          <a:ln w="158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2" name="Google Shape;45;p33"/>
          <p:cNvSpPr/>
          <p:nvPr/>
        </p:nvSpPr>
        <p:spPr>
          <a:xfrm>
            <a:off x="0" y="3112540"/>
            <a:ext cx="1567543" cy="649879"/>
          </a:xfrm>
          <a:prstGeom prst="rect">
            <a:avLst/>
          </a:prstGeom>
          <a:solidFill>
            <a:srgbClr val="009BA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s-CO" sz="1800" b="0" i="0" u="none" strike="noStrike" cap="none">
                <a:solidFill>
                  <a:schemeClr val="lt1"/>
                </a:solidFill>
                <a:latin typeface="Calibri"/>
                <a:ea typeface="Calibri"/>
                <a:cs typeface="Calibri"/>
                <a:sym typeface="Calibri"/>
              </a:rPr>
              <a:t>Sección </a:t>
            </a:r>
            <a:r>
              <a:rPr lang="es-CO" sz="1800" b="0" i="0" u="none" strike="noStrike" cap="none" err="1">
                <a:solidFill>
                  <a:schemeClr val="lt1"/>
                </a:solidFill>
                <a:latin typeface="Calibri"/>
                <a:ea typeface="Calibri"/>
                <a:cs typeface="Calibri"/>
                <a:sym typeface="Calibri"/>
              </a:rPr>
              <a:t>elif</a:t>
            </a:r>
            <a:endParaRPr lang="es-CO" sz="1800" b="0" i="0" u="none" strike="noStrike" cap="none">
              <a:solidFill>
                <a:schemeClr val="lt1"/>
              </a:solidFill>
              <a:latin typeface="Calibri"/>
              <a:ea typeface="Calibri"/>
              <a:cs typeface="Calibri"/>
              <a:sym typeface="Calibri"/>
            </a:endParaRPr>
          </a:p>
        </p:txBody>
      </p:sp>
      <p:sp>
        <p:nvSpPr>
          <p:cNvPr id="23" name="Google Shape;46;p33"/>
          <p:cNvSpPr/>
          <p:nvPr/>
        </p:nvSpPr>
        <p:spPr>
          <a:xfrm>
            <a:off x="0" y="3762419"/>
            <a:ext cx="1567543" cy="45719"/>
          </a:xfrm>
          <a:prstGeom prst="rect">
            <a:avLst/>
          </a:prstGeom>
          <a:solidFill>
            <a:schemeClr val="lt1"/>
          </a:solidFill>
          <a:ln w="158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4" name="Google Shape;47;p33"/>
          <p:cNvSpPr/>
          <p:nvPr/>
        </p:nvSpPr>
        <p:spPr>
          <a:xfrm>
            <a:off x="0" y="3920985"/>
            <a:ext cx="1567543" cy="649879"/>
          </a:xfrm>
          <a:prstGeom prst="rect">
            <a:avLst/>
          </a:prstGeom>
          <a:solidFill>
            <a:srgbClr val="0D324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s-CO" sz="1800" b="0" i="0" u="none" strike="noStrike" cap="none">
                <a:solidFill>
                  <a:schemeClr val="lt1"/>
                </a:solidFill>
                <a:latin typeface="Calibri"/>
                <a:ea typeface="Calibri"/>
                <a:cs typeface="Calibri"/>
                <a:sym typeface="Calibri"/>
              </a:rPr>
              <a:t>Condicionales anidados</a:t>
            </a:r>
            <a:endParaRPr sz="1400" b="0" i="0" u="none" strike="noStrike" cap="none">
              <a:solidFill>
                <a:srgbClr val="000000"/>
              </a:solidFill>
              <a:latin typeface="Arial"/>
              <a:ea typeface="Arial"/>
              <a:cs typeface="Arial"/>
              <a:sym typeface="Arial"/>
            </a:endParaRPr>
          </a:p>
        </p:txBody>
      </p:sp>
      <p:sp>
        <p:nvSpPr>
          <p:cNvPr id="25" name="Google Shape;48;p33"/>
          <p:cNvSpPr/>
          <p:nvPr/>
        </p:nvSpPr>
        <p:spPr>
          <a:xfrm>
            <a:off x="0" y="4570864"/>
            <a:ext cx="1567543" cy="45719"/>
          </a:xfrm>
          <a:prstGeom prst="rect">
            <a:avLst/>
          </a:prstGeom>
          <a:solidFill>
            <a:schemeClr val="lt1"/>
          </a:solidFill>
          <a:ln w="158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6" name="Google Shape;38;p32">
            <a:extLst>
              <a:ext uri="{FF2B5EF4-FFF2-40B4-BE49-F238E27FC236}">
                <a16:creationId xmlns:a16="http://schemas.microsoft.com/office/drawing/2014/main" id="{3BADBE63-7757-4E76-8885-C6A2C7D40C63}"/>
              </a:ext>
            </a:extLst>
          </p:cNvPr>
          <p:cNvSpPr txBox="1">
            <a:spLocks noGrp="1"/>
          </p:cNvSpPr>
          <p:nvPr>
            <p:ph type="sldNum" idx="12"/>
          </p:nvPr>
        </p:nvSpPr>
        <p:spPr>
          <a:xfrm>
            <a:off x="11714226" y="6537426"/>
            <a:ext cx="471056" cy="309420"/>
          </a:xfrm>
          <a:prstGeom prst="rect">
            <a:avLst/>
          </a:prstGeom>
          <a:noFill/>
          <a:ln w="9525" cap="rnd" cmpd="sng">
            <a:noFill/>
            <a:prstDash val="solid"/>
            <a:round/>
            <a:headEnd type="none" w="sm" len="sm"/>
            <a:tailEnd type="none" w="sm" len="sm"/>
          </a:ln>
        </p:spPr>
        <p:txBody>
          <a:bodyPr spcFirstLastPara="1" wrap="square" lIns="91425" tIns="45700" rIns="91425" bIns="45700" anchor="ctr" anchorCtr="0">
            <a:noAutofit/>
          </a:bodyPr>
          <a:lstStyle>
            <a:lvl1pPr marL="0" marR="0" lvl="0"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1pPr>
            <a:lvl2pPr marL="0" marR="0" lvl="1"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2pPr>
            <a:lvl3pPr marL="0" marR="0" lvl="2"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3pPr>
            <a:lvl4pPr marL="0" marR="0" lvl="3"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4pPr>
            <a:lvl5pPr marL="0" marR="0" lvl="4"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5pPr>
            <a:lvl6pPr marL="0" marR="0" lvl="5"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6pPr>
            <a:lvl7pPr marL="0" marR="0" lvl="6"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7pPr>
            <a:lvl8pPr marL="0" marR="0" lvl="7"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8pPr>
            <a:lvl9pPr marL="0" marR="0" lvl="8"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CO" smtClean="0"/>
              <a:t>‹Nº›</a:t>
            </a:fld>
            <a:endParaRPr lang="es-CO"/>
          </a:p>
        </p:txBody>
      </p:sp>
    </p:spTree>
    <p:extLst>
      <p:ext uri="{BB962C8B-B14F-4D97-AF65-F5344CB8AC3E}">
        <p14:creationId xmlns:p14="http://schemas.microsoft.com/office/powerpoint/2010/main" val="3939340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Tema 1 de 4">
    <p:bg>
      <p:bgPr>
        <a:solidFill>
          <a:schemeClr val="bg1"/>
        </a:solidFill>
        <a:effectLst/>
      </p:bgPr>
    </p:bg>
    <p:spTree>
      <p:nvGrpSpPr>
        <p:cNvPr id="1" name=""/>
        <p:cNvGrpSpPr/>
        <p:nvPr/>
      </p:nvGrpSpPr>
      <p:grpSpPr>
        <a:xfrm>
          <a:off x="0" y="0"/>
          <a:ext cx="0" cy="0"/>
          <a:chOff x="0" y="0"/>
          <a:chExt cx="0" cy="0"/>
        </a:xfrm>
      </p:grpSpPr>
      <p:sp>
        <p:nvSpPr>
          <p:cNvPr id="14" name="Rectángulo 13">
            <a:extLst>
              <a:ext uri="{FF2B5EF4-FFF2-40B4-BE49-F238E27FC236}">
                <a16:creationId xmlns:a16="http://schemas.microsoft.com/office/drawing/2014/main" id="{7B3CDB48-DCBE-4C96-96CD-319BFEF3F5D1}"/>
              </a:ext>
            </a:extLst>
          </p:cNvPr>
          <p:cNvSpPr/>
          <p:nvPr/>
        </p:nvSpPr>
        <p:spPr>
          <a:xfrm>
            <a:off x="-9526" y="0"/>
            <a:ext cx="1567543" cy="6858000"/>
          </a:xfrm>
          <a:prstGeom prst="rect">
            <a:avLst/>
          </a:prstGeom>
          <a:gradFill flip="none" rotWithShape="1">
            <a:gsLst>
              <a:gs pos="0">
                <a:schemeClr val="bg1"/>
              </a:gs>
              <a:gs pos="36000">
                <a:srgbClr val="E0E0E0"/>
              </a:gs>
              <a:gs pos="67000">
                <a:srgbClr val="C8C8C8"/>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pic>
        <p:nvPicPr>
          <p:cNvPr id="20" name="Gráfico 11">
            <a:extLst>
              <a:ext uri="{FF2B5EF4-FFF2-40B4-BE49-F238E27FC236}">
                <a16:creationId xmlns:a16="http://schemas.microsoft.com/office/drawing/2014/main" id="{01917929-CAC9-4C23-BB91-8827BDA2CAEB}"/>
              </a:ext>
            </a:extLst>
          </p:cNvPr>
          <p:cNvPicPr>
            <a:picLocks noChangeAspect="1"/>
          </p:cNvPicPr>
          <p:nvPr/>
        </p:nvPicPr>
        <p:blipFill rotWithShape="1">
          <a:blip r:embed="rId2">
            <a:alphaModFix amt="3000"/>
            <a:extLst>
              <a:ext uri="{BEBA8EAE-BF5A-486C-A8C5-ECC9F3942E4B}">
                <a14:imgProps xmlns:a14="http://schemas.microsoft.com/office/drawing/2010/main">
                  <a14:imgLayer r:embed="rId3">
                    <a14:imgEffect>
                      <a14:colorTemperature colorTemp="10702"/>
                    </a14:imgEffect>
                    <a14:imgEffect>
                      <a14:saturation sat="133000"/>
                    </a14:imgEffect>
                    <a14:imgEffect>
                      <a14:brightnessContrast contrast="-100000"/>
                    </a14:imgEffect>
                  </a14:imgLayer>
                </a14:imgProps>
              </a:ext>
            </a:extLst>
          </a:blip>
          <a:srcRect r="84162"/>
          <a:stretch/>
        </p:blipFill>
        <p:spPr>
          <a:xfrm>
            <a:off x="210" y="5304"/>
            <a:ext cx="1590466" cy="6858000"/>
          </a:xfrm>
          <a:prstGeom prst="rect">
            <a:avLst/>
          </a:prstGeom>
        </p:spPr>
      </p:pic>
      <p:sp>
        <p:nvSpPr>
          <p:cNvPr id="18" name="Google Shape;40;p33"/>
          <p:cNvSpPr txBox="1">
            <a:spLocks noGrp="1"/>
          </p:cNvSpPr>
          <p:nvPr>
            <p:ph type="title" hasCustomPrompt="1"/>
          </p:nvPr>
        </p:nvSpPr>
        <p:spPr>
          <a:xfrm>
            <a:off x="2076994" y="222069"/>
            <a:ext cx="9666016" cy="1018902"/>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4400"/>
              <a:buFont typeface="Calibri"/>
              <a:buNone/>
              <a:defRPr sz="4400" b="1">
                <a:solidFill>
                  <a:srgbClr val="009BAF"/>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s-CO"/>
              <a:t>TÍTULO</a:t>
            </a:r>
            <a:endParaRPr/>
          </a:p>
        </p:txBody>
      </p:sp>
      <p:sp>
        <p:nvSpPr>
          <p:cNvPr id="19" name="Google Shape;41;p33"/>
          <p:cNvSpPr txBox="1">
            <a:spLocks noGrp="1"/>
          </p:cNvSpPr>
          <p:nvPr>
            <p:ph type="body" idx="1"/>
          </p:nvPr>
        </p:nvSpPr>
        <p:spPr>
          <a:xfrm>
            <a:off x="2076994" y="1410789"/>
            <a:ext cx="9666016" cy="4663440"/>
          </a:xfrm>
          <a:prstGeom prst="rect">
            <a:avLst/>
          </a:prstGeom>
          <a:noFill/>
          <a:ln>
            <a:noFill/>
          </a:ln>
        </p:spPr>
        <p:txBody>
          <a:bodyPr spcFirstLastPara="1" wrap="square" lIns="91425" tIns="45700" rIns="91425" bIns="45700" anchor="t" anchorCtr="0">
            <a:normAutofit/>
          </a:bodyPr>
          <a:lstStyle>
            <a:lvl1pPr marL="457200" lvl="0" indent="-381000" algn="l">
              <a:lnSpc>
                <a:spcPct val="100000"/>
              </a:lnSpc>
              <a:spcBef>
                <a:spcPts val="480"/>
              </a:spcBef>
              <a:spcAft>
                <a:spcPts val="0"/>
              </a:spcAft>
              <a:buClr>
                <a:srgbClr val="009BAF"/>
              </a:buClr>
              <a:buSzPts val="2400"/>
              <a:buChar char="•"/>
              <a:defRPr>
                <a:latin typeface="Calibri"/>
                <a:ea typeface="Calibri"/>
                <a:cs typeface="Calibri"/>
                <a:sym typeface="Calibri"/>
              </a:defRPr>
            </a:lvl1pPr>
            <a:lvl2pPr marL="914400" lvl="1" indent="-355600" algn="l">
              <a:lnSpc>
                <a:spcPct val="100000"/>
              </a:lnSpc>
              <a:spcBef>
                <a:spcPts val="600"/>
              </a:spcBef>
              <a:spcAft>
                <a:spcPts val="0"/>
              </a:spcAft>
              <a:buSzPts val="2000"/>
              <a:buChar char="•"/>
              <a:defRPr>
                <a:latin typeface="Calibri"/>
                <a:ea typeface="Calibri"/>
                <a:cs typeface="Calibri"/>
                <a:sym typeface="Calibri"/>
              </a:defRPr>
            </a:lvl2pPr>
            <a:lvl3pPr marL="1371600" lvl="2" indent="-342900" algn="l">
              <a:lnSpc>
                <a:spcPct val="100000"/>
              </a:lnSpc>
              <a:spcBef>
                <a:spcPts val="600"/>
              </a:spcBef>
              <a:spcAft>
                <a:spcPts val="0"/>
              </a:spcAft>
              <a:buSzPts val="1800"/>
              <a:buChar char="•"/>
              <a:defRPr>
                <a:latin typeface="Calibri"/>
                <a:ea typeface="Calibri"/>
                <a:cs typeface="Calibri"/>
                <a:sym typeface="Calibri"/>
              </a:defRPr>
            </a:lvl3pPr>
            <a:lvl4pPr marL="1828800" lvl="3" indent="-330200" algn="l">
              <a:lnSpc>
                <a:spcPct val="100000"/>
              </a:lnSpc>
              <a:spcBef>
                <a:spcPts val="600"/>
              </a:spcBef>
              <a:spcAft>
                <a:spcPts val="0"/>
              </a:spcAft>
              <a:buSzPts val="1600"/>
              <a:buChar char="•"/>
              <a:defRPr>
                <a:latin typeface="Calibri"/>
                <a:ea typeface="Calibri"/>
                <a:cs typeface="Calibri"/>
                <a:sym typeface="Calibri"/>
              </a:defRPr>
            </a:lvl4pPr>
            <a:lvl5pPr marL="2286000" lvl="4" indent="-317500" algn="l">
              <a:lnSpc>
                <a:spcPct val="100000"/>
              </a:lnSpc>
              <a:spcBef>
                <a:spcPts val="600"/>
              </a:spcBef>
              <a:spcAft>
                <a:spcPts val="0"/>
              </a:spcAft>
              <a:buSzPts val="1400"/>
              <a:buChar char="•"/>
              <a:defRPr>
                <a:latin typeface="Calibri"/>
                <a:ea typeface="Calibri"/>
                <a:cs typeface="Calibri"/>
                <a:sym typeface="Calibri"/>
              </a:defRPr>
            </a:lvl5pPr>
            <a:lvl6pPr marL="2743200" lvl="5" indent="-394335" algn="l">
              <a:lnSpc>
                <a:spcPct val="100000"/>
              </a:lnSpc>
              <a:spcBef>
                <a:spcPts val="600"/>
              </a:spcBef>
              <a:spcAft>
                <a:spcPts val="0"/>
              </a:spcAft>
              <a:buSzPts val="2610"/>
              <a:buChar char="•"/>
              <a:defRPr/>
            </a:lvl6pPr>
            <a:lvl7pPr marL="3200400" lvl="6" indent="-394335" algn="l">
              <a:lnSpc>
                <a:spcPct val="100000"/>
              </a:lnSpc>
              <a:spcBef>
                <a:spcPts val="600"/>
              </a:spcBef>
              <a:spcAft>
                <a:spcPts val="0"/>
              </a:spcAft>
              <a:buSzPts val="2610"/>
              <a:buChar char="•"/>
              <a:defRPr/>
            </a:lvl7pPr>
            <a:lvl8pPr marL="3657600" lvl="7" indent="-394334" algn="l">
              <a:lnSpc>
                <a:spcPct val="100000"/>
              </a:lnSpc>
              <a:spcBef>
                <a:spcPts val="600"/>
              </a:spcBef>
              <a:spcAft>
                <a:spcPts val="0"/>
              </a:spcAft>
              <a:buSzPts val="2610"/>
              <a:buChar char="•"/>
              <a:defRPr/>
            </a:lvl8pPr>
            <a:lvl9pPr marL="4114800" lvl="8" indent="-394334" algn="l">
              <a:lnSpc>
                <a:spcPct val="100000"/>
              </a:lnSpc>
              <a:spcBef>
                <a:spcPts val="600"/>
              </a:spcBef>
              <a:spcAft>
                <a:spcPts val="600"/>
              </a:spcAft>
              <a:buSzPts val="2610"/>
              <a:buChar char="•"/>
              <a:defRPr/>
            </a:lvl9pPr>
          </a:lstStyle>
          <a:p>
            <a:pPr lvl="0"/>
            <a:r>
              <a:rPr lang="es-ES"/>
              <a:t>Editar el estilo de texto del patrón</a:t>
            </a:r>
          </a:p>
        </p:txBody>
      </p:sp>
      <p:sp>
        <p:nvSpPr>
          <p:cNvPr id="21" name="Google Shape;44;p33"/>
          <p:cNvSpPr/>
          <p:nvPr/>
        </p:nvSpPr>
        <p:spPr>
          <a:xfrm>
            <a:off x="0" y="2294829"/>
            <a:ext cx="1567543" cy="45719"/>
          </a:xfrm>
          <a:prstGeom prst="rect">
            <a:avLst/>
          </a:prstGeom>
          <a:solidFill>
            <a:schemeClr val="lt1"/>
          </a:solidFill>
          <a:ln w="158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3" name="Google Shape;46;p33"/>
          <p:cNvSpPr/>
          <p:nvPr/>
        </p:nvSpPr>
        <p:spPr>
          <a:xfrm>
            <a:off x="0" y="3111262"/>
            <a:ext cx="1567543" cy="45719"/>
          </a:xfrm>
          <a:prstGeom prst="rect">
            <a:avLst/>
          </a:prstGeom>
          <a:solidFill>
            <a:schemeClr val="lt1"/>
          </a:solidFill>
          <a:ln w="158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5" name="Google Shape;48;p33"/>
          <p:cNvSpPr/>
          <p:nvPr/>
        </p:nvSpPr>
        <p:spPr>
          <a:xfrm>
            <a:off x="0" y="3919707"/>
            <a:ext cx="1567543" cy="45719"/>
          </a:xfrm>
          <a:prstGeom prst="rect">
            <a:avLst/>
          </a:prstGeom>
          <a:solidFill>
            <a:schemeClr val="lt1"/>
          </a:solidFill>
          <a:ln w="158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6" name="Google Shape;38;p32">
            <a:extLst>
              <a:ext uri="{FF2B5EF4-FFF2-40B4-BE49-F238E27FC236}">
                <a16:creationId xmlns:a16="http://schemas.microsoft.com/office/drawing/2014/main" id="{3BADBE63-7757-4E76-8885-C6A2C7D40C63}"/>
              </a:ext>
            </a:extLst>
          </p:cNvPr>
          <p:cNvSpPr txBox="1">
            <a:spLocks noGrp="1"/>
          </p:cNvSpPr>
          <p:nvPr>
            <p:ph type="sldNum" idx="12"/>
          </p:nvPr>
        </p:nvSpPr>
        <p:spPr>
          <a:xfrm>
            <a:off x="11714226" y="6537426"/>
            <a:ext cx="471056" cy="309420"/>
          </a:xfrm>
          <a:prstGeom prst="rect">
            <a:avLst/>
          </a:prstGeom>
          <a:noFill/>
          <a:ln w="9525" cap="rnd" cmpd="sng">
            <a:noFill/>
            <a:prstDash val="solid"/>
            <a:round/>
            <a:headEnd type="none" w="sm" len="sm"/>
            <a:tailEnd type="none" w="sm" len="sm"/>
          </a:ln>
        </p:spPr>
        <p:txBody>
          <a:bodyPr spcFirstLastPara="1" wrap="square" lIns="91425" tIns="45700" rIns="91425" bIns="45700" anchor="ctr" anchorCtr="0">
            <a:noAutofit/>
          </a:bodyPr>
          <a:lstStyle>
            <a:lvl1pPr marL="0" marR="0" lvl="0"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1pPr>
            <a:lvl2pPr marL="0" marR="0" lvl="1"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2pPr>
            <a:lvl3pPr marL="0" marR="0" lvl="2"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3pPr>
            <a:lvl4pPr marL="0" marR="0" lvl="3"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4pPr>
            <a:lvl5pPr marL="0" marR="0" lvl="4"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5pPr>
            <a:lvl6pPr marL="0" marR="0" lvl="5"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6pPr>
            <a:lvl7pPr marL="0" marR="0" lvl="6"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7pPr>
            <a:lvl8pPr marL="0" marR="0" lvl="7"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8pPr>
            <a:lvl9pPr marL="0" marR="0" lvl="8"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CO" smtClean="0"/>
              <a:t>‹Nº›</a:t>
            </a:fld>
            <a:endParaRPr lang="es-CO"/>
          </a:p>
        </p:txBody>
      </p:sp>
      <p:sp>
        <p:nvSpPr>
          <p:cNvPr id="15" name="Google Shape;43;p33"/>
          <p:cNvSpPr/>
          <p:nvPr/>
        </p:nvSpPr>
        <p:spPr>
          <a:xfrm>
            <a:off x="0" y="1644950"/>
            <a:ext cx="1567543" cy="649879"/>
          </a:xfrm>
          <a:prstGeom prst="rect">
            <a:avLst/>
          </a:prstGeom>
          <a:solidFill>
            <a:srgbClr val="0D324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s-CO" sz="1800" b="0" i="0" u="none" strike="noStrike" cap="none">
                <a:solidFill>
                  <a:schemeClr val="lt1"/>
                </a:solidFill>
                <a:latin typeface="Calibri"/>
                <a:ea typeface="Calibri"/>
                <a:cs typeface="Calibri"/>
                <a:sym typeface="Calibri"/>
              </a:rPr>
              <a:t>Presentación del curso</a:t>
            </a:r>
            <a:endParaRPr sz="1400" b="0" i="0" u="none" strike="noStrike" cap="none">
              <a:solidFill>
                <a:srgbClr val="000000"/>
              </a:solidFill>
              <a:latin typeface="Arial"/>
              <a:ea typeface="Arial"/>
              <a:cs typeface="Arial"/>
              <a:sym typeface="Arial"/>
            </a:endParaRPr>
          </a:p>
        </p:txBody>
      </p:sp>
      <p:sp>
        <p:nvSpPr>
          <p:cNvPr id="16" name="Google Shape;45;p33"/>
          <p:cNvSpPr/>
          <p:nvPr/>
        </p:nvSpPr>
        <p:spPr>
          <a:xfrm>
            <a:off x="0" y="2461383"/>
            <a:ext cx="1567543" cy="649879"/>
          </a:xfrm>
          <a:prstGeom prst="rect">
            <a:avLst/>
          </a:prstGeom>
          <a:solidFill>
            <a:srgbClr val="009BA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s-CO" sz="1800" b="0" i="0" u="none" strike="noStrike" cap="none">
                <a:solidFill>
                  <a:schemeClr val="lt1"/>
                </a:solidFill>
                <a:latin typeface="Calibri"/>
                <a:ea typeface="Calibri"/>
                <a:cs typeface="Calibri"/>
                <a:sym typeface="Calibri"/>
              </a:rPr>
              <a:t>Metodología del curso</a:t>
            </a:r>
            <a:endParaRPr sz="1400" b="0" i="0" u="none" strike="noStrike" cap="none">
              <a:solidFill>
                <a:srgbClr val="000000"/>
              </a:solidFill>
              <a:latin typeface="Arial"/>
              <a:ea typeface="Arial"/>
              <a:cs typeface="Arial"/>
              <a:sym typeface="Arial"/>
            </a:endParaRPr>
          </a:p>
        </p:txBody>
      </p:sp>
      <p:sp>
        <p:nvSpPr>
          <p:cNvPr id="27" name="Google Shape;47;p33"/>
          <p:cNvSpPr/>
          <p:nvPr/>
        </p:nvSpPr>
        <p:spPr>
          <a:xfrm>
            <a:off x="0" y="3269828"/>
            <a:ext cx="1567543" cy="649879"/>
          </a:xfrm>
          <a:prstGeom prst="rect">
            <a:avLst/>
          </a:prstGeom>
          <a:solidFill>
            <a:srgbClr val="009BA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s-CO" sz="1800" b="0" i="0" u="none" strike="noStrike" cap="none">
                <a:solidFill>
                  <a:schemeClr val="lt1"/>
                </a:solidFill>
                <a:latin typeface="Calibri"/>
                <a:ea typeface="Calibri"/>
                <a:cs typeface="Calibri"/>
                <a:sym typeface="Calibri"/>
              </a:rPr>
              <a:t>Contenido detallado</a:t>
            </a:r>
            <a:endParaRPr lang="es-CO" sz="1400" b="0" i="0" u="none" strike="noStrike" cap="none">
              <a:solidFill>
                <a:srgbClr val="000000"/>
              </a:solidFill>
              <a:latin typeface="Arial"/>
              <a:ea typeface="Arial"/>
              <a:cs typeface="Arial"/>
              <a:sym typeface="Arial"/>
            </a:endParaRPr>
          </a:p>
        </p:txBody>
      </p:sp>
      <p:sp>
        <p:nvSpPr>
          <p:cNvPr id="12" name="Google Shape;48;p33"/>
          <p:cNvSpPr/>
          <p:nvPr/>
        </p:nvSpPr>
        <p:spPr>
          <a:xfrm>
            <a:off x="0" y="4729332"/>
            <a:ext cx="1567543" cy="45719"/>
          </a:xfrm>
          <a:prstGeom prst="rect">
            <a:avLst/>
          </a:prstGeom>
          <a:solidFill>
            <a:schemeClr val="lt1"/>
          </a:solidFill>
          <a:ln w="158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3" name="Google Shape;47;p33"/>
          <p:cNvSpPr/>
          <p:nvPr/>
        </p:nvSpPr>
        <p:spPr>
          <a:xfrm>
            <a:off x="0" y="4079453"/>
            <a:ext cx="1567543" cy="649879"/>
          </a:xfrm>
          <a:prstGeom prst="rect">
            <a:avLst/>
          </a:prstGeom>
          <a:solidFill>
            <a:srgbClr val="009BA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s-CO" sz="1800" b="0" i="0" u="none" strike="noStrike" cap="none">
                <a:solidFill>
                  <a:schemeClr val="lt1"/>
                </a:solidFill>
                <a:latin typeface="Calibri"/>
                <a:ea typeface="Calibri"/>
                <a:cs typeface="Calibri"/>
                <a:sym typeface="Calibri"/>
              </a:rPr>
              <a:t>Evaluaciones</a:t>
            </a:r>
          </a:p>
        </p:txBody>
      </p:sp>
      <p:sp>
        <p:nvSpPr>
          <p:cNvPr id="2" name="Google Shape;48;p33">
            <a:extLst>
              <a:ext uri="{FF2B5EF4-FFF2-40B4-BE49-F238E27FC236}">
                <a16:creationId xmlns:a16="http://schemas.microsoft.com/office/drawing/2014/main" id="{414AD3D3-5AB4-1CBD-EB90-6C443BB97B6A}"/>
              </a:ext>
            </a:extLst>
          </p:cNvPr>
          <p:cNvSpPr/>
          <p:nvPr userDrawn="1"/>
        </p:nvSpPr>
        <p:spPr>
          <a:xfrm>
            <a:off x="-4763" y="5546750"/>
            <a:ext cx="1567543" cy="45719"/>
          </a:xfrm>
          <a:prstGeom prst="rect">
            <a:avLst/>
          </a:prstGeom>
          <a:solidFill>
            <a:schemeClr val="lt1"/>
          </a:solidFill>
          <a:ln w="158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 name="Google Shape;47;p33">
            <a:extLst>
              <a:ext uri="{FF2B5EF4-FFF2-40B4-BE49-F238E27FC236}">
                <a16:creationId xmlns:a16="http://schemas.microsoft.com/office/drawing/2014/main" id="{F1907874-2DF9-AD68-C95C-8130DDA9F251}"/>
              </a:ext>
            </a:extLst>
          </p:cNvPr>
          <p:cNvSpPr/>
          <p:nvPr userDrawn="1"/>
        </p:nvSpPr>
        <p:spPr>
          <a:xfrm>
            <a:off x="-4763" y="4896871"/>
            <a:ext cx="1567543" cy="649879"/>
          </a:xfrm>
          <a:prstGeom prst="rect">
            <a:avLst/>
          </a:prstGeom>
          <a:solidFill>
            <a:srgbClr val="009BA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s-CO" sz="1800" b="0" i="0" u="none" strike="noStrike" cap="none" err="1">
                <a:solidFill>
                  <a:schemeClr val="lt1"/>
                </a:solidFill>
                <a:latin typeface="Calibri"/>
                <a:ea typeface="Calibri"/>
                <a:cs typeface="Calibri"/>
                <a:sym typeface="Calibri"/>
              </a:rPr>
              <a:t>Tips</a:t>
            </a:r>
            <a:endParaRPr lang="es-CO" sz="1800" b="0" i="0" u="none" strike="noStrike" cap="none">
              <a:solidFill>
                <a:schemeClr val="lt1"/>
              </a:solidFill>
              <a:latin typeface="Calibri"/>
              <a:ea typeface="Calibri"/>
              <a:cs typeface="Calibri"/>
              <a:sym typeface="Calibri"/>
            </a:endParaRPr>
          </a:p>
        </p:txBody>
      </p:sp>
    </p:spTree>
    <p:extLst>
      <p:ext uri="{BB962C8B-B14F-4D97-AF65-F5344CB8AC3E}">
        <p14:creationId xmlns:p14="http://schemas.microsoft.com/office/powerpoint/2010/main" val="253805795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Tema 2 de 4">
    <p:bg>
      <p:bgPr>
        <a:solidFill>
          <a:schemeClr val="bg1"/>
        </a:solidFill>
        <a:effectLst/>
      </p:bgPr>
    </p:bg>
    <p:spTree>
      <p:nvGrpSpPr>
        <p:cNvPr id="1" name=""/>
        <p:cNvGrpSpPr/>
        <p:nvPr/>
      </p:nvGrpSpPr>
      <p:grpSpPr>
        <a:xfrm>
          <a:off x="0" y="0"/>
          <a:ext cx="0" cy="0"/>
          <a:chOff x="0" y="0"/>
          <a:chExt cx="0" cy="0"/>
        </a:xfrm>
      </p:grpSpPr>
      <p:sp>
        <p:nvSpPr>
          <p:cNvPr id="14" name="Rectángulo 13">
            <a:extLst>
              <a:ext uri="{FF2B5EF4-FFF2-40B4-BE49-F238E27FC236}">
                <a16:creationId xmlns:a16="http://schemas.microsoft.com/office/drawing/2014/main" id="{7B3CDB48-DCBE-4C96-96CD-319BFEF3F5D1}"/>
              </a:ext>
            </a:extLst>
          </p:cNvPr>
          <p:cNvSpPr/>
          <p:nvPr/>
        </p:nvSpPr>
        <p:spPr>
          <a:xfrm>
            <a:off x="-9526" y="0"/>
            <a:ext cx="1567543" cy="6858000"/>
          </a:xfrm>
          <a:prstGeom prst="rect">
            <a:avLst/>
          </a:prstGeom>
          <a:gradFill flip="none" rotWithShape="1">
            <a:gsLst>
              <a:gs pos="0">
                <a:schemeClr val="bg1"/>
              </a:gs>
              <a:gs pos="36000">
                <a:srgbClr val="E0E0E0"/>
              </a:gs>
              <a:gs pos="67000">
                <a:srgbClr val="C8C8C8"/>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pic>
        <p:nvPicPr>
          <p:cNvPr id="20" name="Gráfico 11">
            <a:extLst>
              <a:ext uri="{FF2B5EF4-FFF2-40B4-BE49-F238E27FC236}">
                <a16:creationId xmlns:a16="http://schemas.microsoft.com/office/drawing/2014/main" id="{01917929-CAC9-4C23-BB91-8827BDA2CAEB}"/>
              </a:ext>
            </a:extLst>
          </p:cNvPr>
          <p:cNvPicPr>
            <a:picLocks noChangeAspect="1"/>
          </p:cNvPicPr>
          <p:nvPr/>
        </p:nvPicPr>
        <p:blipFill rotWithShape="1">
          <a:blip r:embed="rId2">
            <a:alphaModFix amt="3000"/>
            <a:extLst>
              <a:ext uri="{BEBA8EAE-BF5A-486C-A8C5-ECC9F3942E4B}">
                <a14:imgProps xmlns:a14="http://schemas.microsoft.com/office/drawing/2010/main">
                  <a14:imgLayer r:embed="rId3">
                    <a14:imgEffect>
                      <a14:colorTemperature colorTemp="10702"/>
                    </a14:imgEffect>
                    <a14:imgEffect>
                      <a14:saturation sat="133000"/>
                    </a14:imgEffect>
                    <a14:imgEffect>
                      <a14:brightnessContrast contrast="-100000"/>
                    </a14:imgEffect>
                  </a14:imgLayer>
                </a14:imgProps>
              </a:ext>
            </a:extLst>
          </a:blip>
          <a:srcRect r="84162"/>
          <a:stretch/>
        </p:blipFill>
        <p:spPr>
          <a:xfrm>
            <a:off x="210" y="5304"/>
            <a:ext cx="1590466" cy="6858000"/>
          </a:xfrm>
          <a:prstGeom prst="rect">
            <a:avLst/>
          </a:prstGeom>
        </p:spPr>
      </p:pic>
      <p:sp>
        <p:nvSpPr>
          <p:cNvPr id="18" name="Google Shape;40;p33"/>
          <p:cNvSpPr txBox="1">
            <a:spLocks noGrp="1"/>
          </p:cNvSpPr>
          <p:nvPr>
            <p:ph type="title" hasCustomPrompt="1"/>
          </p:nvPr>
        </p:nvSpPr>
        <p:spPr>
          <a:xfrm>
            <a:off x="2076994" y="222069"/>
            <a:ext cx="9666016" cy="1018902"/>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4400"/>
              <a:buFont typeface="Calibri"/>
              <a:buNone/>
              <a:defRPr sz="4400" b="1">
                <a:solidFill>
                  <a:srgbClr val="009BAF"/>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s-CO"/>
              <a:t>TÍTULO</a:t>
            </a:r>
            <a:endParaRPr/>
          </a:p>
        </p:txBody>
      </p:sp>
      <p:sp>
        <p:nvSpPr>
          <p:cNvPr id="19" name="Google Shape;41;p33"/>
          <p:cNvSpPr txBox="1">
            <a:spLocks noGrp="1"/>
          </p:cNvSpPr>
          <p:nvPr>
            <p:ph type="body" idx="1"/>
          </p:nvPr>
        </p:nvSpPr>
        <p:spPr>
          <a:xfrm>
            <a:off x="2076994" y="1410789"/>
            <a:ext cx="9666016" cy="4663440"/>
          </a:xfrm>
          <a:prstGeom prst="rect">
            <a:avLst/>
          </a:prstGeom>
          <a:noFill/>
          <a:ln>
            <a:noFill/>
          </a:ln>
        </p:spPr>
        <p:txBody>
          <a:bodyPr spcFirstLastPara="1" wrap="square" lIns="91425" tIns="45700" rIns="91425" bIns="45700" anchor="t" anchorCtr="0">
            <a:normAutofit/>
          </a:bodyPr>
          <a:lstStyle>
            <a:lvl1pPr marL="457200" lvl="0" indent="-381000" algn="l">
              <a:lnSpc>
                <a:spcPct val="100000"/>
              </a:lnSpc>
              <a:spcBef>
                <a:spcPts val="480"/>
              </a:spcBef>
              <a:spcAft>
                <a:spcPts val="0"/>
              </a:spcAft>
              <a:buClr>
                <a:srgbClr val="009BAF"/>
              </a:buClr>
              <a:buSzPts val="2400"/>
              <a:buChar char="•"/>
              <a:defRPr>
                <a:latin typeface="Calibri"/>
                <a:ea typeface="Calibri"/>
                <a:cs typeface="Calibri"/>
                <a:sym typeface="Calibri"/>
              </a:defRPr>
            </a:lvl1pPr>
            <a:lvl2pPr marL="914400" lvl="1" indent="-355600" algn="l">
              <a:lnSpc>
                <a:spcPct val="100000"/>
              </a:lnSpc>
              <a:spcBef>
                <a:spcPts val="600"/>
              </a:spcBef>
              <a:spcAft>
                <a:spcPts val="0"/>
              </a:spcAft>
              <a:buSzPts val="2000"/>
              <a:buChar char="•"/>
              <a:defRPr>
                <a:latin typeface="Calibri"/>
                <a:ea typeface="Calibri"/>
                <a:cs typeface="Calibri"/>
                <a:sym typeface="Calibri"/>
              </a:defRPr>
            </a:lvl2pPr>
            <a:lvl3pPr marL="1371600" lvl="2" indent="-342900" algn="l">
              <a:lnSpc>
                <a:spcPct val="100000"/>
              </a:lnSpc>
              <a:spcBef>
                <a:spcPts val="600"/>
              </a:spcBef>
              <a:spcAft>
                <a:spcPts val="0"/>
              </a:spcAft>
              <a:buSzPts val="1800"/>
              <a:buChar char="•"/>
              <a:defRPr>
                <a:latin typeface="Calibri"/>
                <a:ea typeface="Calibri"/>
                <a:cs typeface="Calibri"/>
                <a:sym typeface="Calibri"/>
              </a:defRPr>
            </a:lvl3pPr>
            <a:lvl4pPr marL="1828800" lvl="3" indent="-330200" algn="l">
              <a:lnSpc>
                <a:spcPct val="100000"/>
              </a:lnSpc>
              <a:spcBef>
                <a:spcPts val="600"/>
              </a:spcBef>
              <a:spcAft>
                <a:spcPts val="0"/>
              </a:spcAft>
              <a:buSzPts val="1600"/>
              <a:buChar char="•"/>
              <a:defRPr>
                <a:latin typeface="Calibri"/>
                <a:ea typeface="Calibri"/>
                <a:cs typeface="Calibri"/>
                <a:sym typeface="Calibri"/>
              </a:defRPr>
            </a:lvl4pPr>
            <a:lvl5pPr marL="2286000" lvl="4" indent="-317500" algn="l">
              <a:lnSpc>
                <a:spcPct val="100000"/>
              </a:lnSpc>
              <a:spcBef>
                <a:spcPts val="600"/>
              </a:spcBef>
              <a:spcAft>
                <a:spcPts val="0"/>
              </a:spcAft>
              <a:buSzPts val="1400"/>
              <a:buChar char="•"/>
              <a:defRPr>
                <a:latin typeface="Calibri"/>
                <a:ea typeface="Calibri"/>
                <a:cs typeface="Calibri"/>
                <a:sym typeface="Calibri"/>
              </a:defRPr>
            </a:lvl5pPr>
            <a:lvl6pPr marL="2743200" lvl="5" indent="-394335" algn="l">
              <a:lnSpc>
                <a:spcPct val="100000"/>
              </a:lnSpc>
              <a:spcBef>
                <a:spcPts val="600"/>
              </a:spcBef>
              <a:spcAft>
                <a:spcPts val="0"/>
              </a:spcAft>
              <a:buSzPts val="2610"/>
              <a:buChar char="•"/>
              <a:defRPr/>
            </a:lvl6pPr>
            <a:lvl7pPr marL="3200400" lvl="6" indent="-394335" algn="l">
              <a:lnSpc>
                <a:spcPct val="100000"/>
              </a:lnSpc>
              <a:spcBef>
                <a:spcPts val="600"/>
              </a:spcBef>
              <a:spcAft>
                <a:spcPts val="0"/>
              </a:spcAft>
              <a:buSzPts val="2610"/>
              <a:buChar char="•"/>
              <a:defRPr/>
            </a:lvl7pPr>
            <a:lvl8pPr marL="3657600" lvl="7" indent="-394334" algn="l">
              <a:lnSpc>
                <a:spcPct val="100000"/>
              </a:lnSpc>
              <a:spcBef>
                <a:spcPts val="600"/>
              </a:spcBef>
              <a:spcAft>
                <a:spcPts val="0"/>
              </a:spcAft>
              <a:buSzPts val="2610"/>
              <a:buChar char="•"/>
              <a:defRPr/>
            </a:lvl8pPr>
            <a:lvl9pPr marL="4114800" lvl="8" indent="-394334" algn="l">
              <a:lnSpc>
                <a:spcPct val="100000"/>
              </a:lnSpc>
              <a:spcBef>
                <a:spcPts val="600"/>
              </a:spcBef>
              <a:spcAft>
                <a:spcPts val="600"/>
              </a:spcAft>
              <a:buSzPts val="2610"/>
              <a:buChar char="•"/>
              <a:defRPr/>
            </a:lvl9pPr>
          </a:lstStyle>
          <a:p>
            <a:pPr lvl="0"/>
            <a:r>
              <a:rPr lang="es-ES"/>
              <a:t>Editar el estilo de texto del patrón</a:t>
            </a:r>
          </a:p>
        </p:txBody>
      </p:sp>
      <p:sp>
        <p:nvSpPr>
          <p:cNvPr id="26" name="Google Shape;38;p32">
            <a:extLst>
              <a:ext uri="{FF2B5EF4-FFF2-40B4-BE49-F238E27FC236}">
                <a16:creationId xmlns:a16="http://schemas.microsoft.com/office/drawing/2014/main" id="{3BADBE63-7757-4E76-8885-C6A2C7D40C63}"/>
              </a:ext>
            </a:extLst>
          </p:cNvPr>
          <p:cNvSpPr txBox="1">
            <a:spLocks noGrp="1"/>
          </p:cNvSpPr>
          <p:nvPr>
            <p:ph type="sldNum" idx="12"/>
          </p:nvPr>
        </p:nvSpPr>
        <p:spPr>
          <a:xfrm>
            <a:off x="11714226" y="6537426"/>
            <a:ext cx="471056" cy="309420"/>
          </a:xfrm>
          <a:prstGeom prst="rect">
            <a:avLst/>
          </a:prstGeom>
          <a:noFill/>
          <a:ln w="9525" cap="rnd" cmpd="sng">
            <a:noFill/>
            <a:prstDash val="solid"/>
            <a:round/>
            <a:headEnd type="none" w="sm" len="sm"/>
            <a:tailEnd type="none" w="sm" len="sm"/>
          </a:ln>
        </p:spPr>
        <p:txBody>
          <a:bodyPr spcFirstLastPara="1" wrap="square" lIns="91425" tIns="45700" rIns="91425" bIns="45700" anchor="ctr" anchorCtr="0">
            <a:noAutofit/>
          </a:bodyPr>
          <a:lstStyle>
            <a:lvl1pPr marL="0" marR="0" lvl="0"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1pPr>
            <a:lvl2pPr marL="0" marR="0" lvl="1"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2pPr>
            <a:lvl3pPr marL="0" marR="0" lvl="2"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3pPr>
            <a:lvl4pPr marL="0" marR="0" lvl="3"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4pPr>
            <a:lvl5pPr marL="0" marR="0" lvl="4"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5pPr>
            <a:lvl6pPr marL="0" marR="0" lvl="5"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6pPr>
            <a:lvl7pPr marL="0" marR="0" lvl="6"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7pPr>
            <a:lvl8pPr marL="0" marR="0" lvl="7"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8pPr>
            <a:lvl9pPr marL="0" marR="0" lvl="8"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CO" smtClean="0"/>
              <a:t>‹Nº›</a:t>
            </a:fld>
            <a:endParaRPr lang="es-CO"/>
          </a:p>
        </p:txBody>
      </p:sp>
      <p:sp>
        <p:nvSpPr>
          <p:cNvPr id="2" name="Google Shape;44;p33">
            <a:extLst>
              <a:ext uri="{FF2B5EF4-FFF2-40B4-BE49-F238E27FC236}">
                <a16:creationId xmlns:a16="http://schemas.microsoft.com/office/drawing/2014/main" id="{7136A93F-A93C-C254-32FD-2C2C1A2BB894}"/>
              </a:ext>
            </a:extLst>
          </p:cNvPr>
          <p:cNvSpPr/>
          <p:nvPr userDrawn="1"/>
        </p:nvSpPr>
        <p:spPr>
          <a:xfrm>
            <a:off x="0" y="2294829"/>
            <a:ext cx="1567543" cy="45719"/>
          </a:xfrm>
          <a:prstGeom prst="rect">
            <a:avLst/>
          </a:prstGeom>
          <a:solidFill>
            <a:schemeClr val="lt1"/>
          </a:solidFill>
          <a:ln w="158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 name="Google Shape;46;p33">
            <a:extLst>
              <a:ext uri="{FF2B5EF4-FFF2-40B4-BE49-F238E27FC236}">
                <a16:creationId xmlns:a16="http://schemas.microsoft.com/office/drawing/2014/main" id="{212A32D5-6CB8-F77E-A4B6-8877EB9F6530}"/>
              </a:ext>
            </a:extLst>
          </p:cNvPr>
          <p:cNvSpPr/>
          <p:nvPr userDrawn="1"/>
        </p:nvSpPr>
        <p:spPr>
          <a:xfrm>
            <a:off x="0" y="3111262"/>
            <a:ext cx="1567543" cy="45719"/>
          </a:xfrm>
          <a:prstGeom prst="rect">
            <a:avLst/>
          </a:prstGeom>
          <a:solidFill>
            <a:schemeClr val="lt1"/>
          </a:solidFill>
          <a:ln w="158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 name="Google Shape;48;p33">
            <a:extLst>
              <a:ext uri="{FF2B5EF4-FFF2-40B4-BE49-F238E27FC236}">
                <a16:creationId xmlns:a16="http://schemas.microsoft.com/office/drawing/2014/main" id="{2D8B8552-3262-E81D-D43E-0B680ED00DDB}"/>
              </a:ext>
            </a:extLst>
          </p:cNvPr>
          <p:cNvSpPr/>
          <p:nvPr userDrawn="1"/>
        </p:nvSpPr>
        <p:spPr>
          <a:xfrm>
            <a:off x="0" y="3919707"/>
            <a:ext cx="1567543" cy="45719"/>
          </a:xfrm>
          <a:prstGeom prst="rect">
            <a:avLst/>
          </a:prstGeom>
          <a:solidFill>
            <a:schemeClr val="lt1"/>
          </a:solidFill>
          <a:ln w="158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 name="Google Shape;43;p33">
            <a:extLst>
              <a:ext uri="{FF2B5EF4-FFF2-40B4-BE49-F238E27FC236}">
                <a16:creationId xmlns:a16="http://schemas.microsoft.com/office/drawing/2014/main" id="{036C2D11-9806-A2FA-5E88-68C63D41D65C}"/>
              </a:ext>
            </a:extLst>
          </p:cNvPr>
          <p:cNvSpPr/>
          <p:nvPr userDrawn="1"/>
        </p:nvSpPr>
        <p:spPr>
          <a:xfrm>
            <a:off x="0" y="1644950"/>
            <a:ext cx="1567543" cy="649879"/>
          </a:xfrm>
          <a:prstGeom prst="rect">
            <a:avLst/>
          </a:prstGeom>
          <a:solidFill>
            <a:srgbClr val="009BA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s-CO" sz="1800" b="0" i="0" u="none" strike="noStrike" cap="none">
                <a:solidFill>
                  <a:schemeClr val="lt1"/>
                </a:solidFill>
                <a:latin typeface="Calibri"/>
                <a:ea typeface="Calibri"/>
                <a:cs typeface="Calibri"/>
                <a:sym typeface="Calibri"/>
              </a:rPr>
              <a:t>Presentación del curso</a:t>
            </a:r>
            <a:endParaRPr sz="1400" b="0" i="0" u="none" strike="noStrike" cap="none">
              <a:solidFill>
                <a:srgbClr val="000000"/>
              </a:solidFill>
              <a:latin typeface="Arial"/>
              <a:ea typeface="Arial"/>
              <a:cs typeface="Arial"/>
              <a:sym typeface="Arial"/>
            </a:endParaRPr>
          </a:p>
        </p:txBody>
      </p:sp>
      <p:sp>
        <p:nvSpPr>
          <p:cNvPr id="6" name="Google Shape;45;p33">
            <a:extLst>
              <a:ext uri="{FF2B5EF4-FFF2-40B4-BE49-F238E27FC236}">
                <a16:creationId xmlns:a16="http://schemas.microsoft.com/office/drawing/2014/main" id="{FABF7EA4-0CC9-A079-0EDB-5A8799648C12}"/>
              </a:ext>
            </a:extLst>
          </p:cNvPr>
          <p:cNvSpPr/>
          <p:nvPr userDrawn="1"/>
        </p:nvSpPr>
        <p:spPr>
          <a:xfrm>
            <a:off x="0" y="2461383"/>
            <a:ext cx="1567543" cy="649879"/>
          </a:xfrm>
          <a:prstGeom prst="rect">
            <a:avLst/>
          </a:prstGeom>
          <a:solidFill>
            <a:srgbClr val="0D324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s-CO" sz="1800" b="0" i="0" u="none" strike="noStrike" cap="none">
                <a:solidFill>
                  <a:schemeClr val="lt1"/>
                </a:solidFill>
                <a:latin typeface="Calibri"/>
                <a:ea typeface="Calibri"/>
                <a:cs typeface="Calibri"/>
                <a:sym typeface="Calibri"/>
              </a:rPr>
              <a:t>Metodología del curso</a:t>
            </a:r>
            <a:endParaRPr sz="1400" b="0" i="0" u="none" strike="noStrike" cap="none">
              <a:solidFill>
                <a:srgbClr val="000000"/>
              </a:solidFill>
              <a:latin typeface="Arial"/>
              <a:ea typeface="Arial"/>
              <a:cs typeface="Arial"/>
              <a:sym typeface="Arial"/>
            </a:endParaRPr>
          </a:p>
        </p:txBody>
      </p:sp>
      <p:sp>
        <p:nvSpPr>
          <p:cNvPr id="7" name="Google Shape;47;p33">
            <a:extLst>
              <a:ext uri="{FF2B5EF4-FFF2-40B4-BE49-F238E27FC236}">
                <a16:creationId xmlns:a16="http://schemas.microsoft.com/office/drawing/2014/main" id="{F91D7E3F-7C0C-0AF9-E555-B0FFC5489E65}"/>
              </a:ext>
            </a:extLst>
          </p:cNvPr>
          <p:cNvSpPr/>
          <p:nvPr userDrawn="1"/>
        </p:nvSpPr>
        <p:spPr>
          <a:xfrm>
            <a:off x="0" y="3269828"/>
            <a:ext cx="1567543" cy="649879"/>
          </a:xfrm>
          <a:prstGeom prst="rect">
            <a:avLst/>
          </a:prstGeom>
          <a:solidFill>
            <a:srgbClr val="009BA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s-CO" sz="1800" b="0" i="0" u="none" strike="noStrike" cap="none">
                <a:solidFill>
                  <a:schemeClr val="lt1"/>
                </a:solidFill>
                <a:latin typeface="Calibri"/>
                <a:ea typeface="Calibri"/>
                <a:cs typeface="Calibri"/>
                <a:sym typeface="Calibri"/>
              </a:rPr>
              <a:t>Contenido detallado</a:t>
            </a:r>
            <a:endParaRPr lang="es-CO" sz="1400" b="0" i="0" u="none" strike="noStrike" cap="none">
              <a:solidFill>
                <a:srgbClr val="000000"/>
              </a:solidFill>
              <a:latin typeface="Arial"/>
              <a:ea typeface="Arial"/>
              <a:cs typeface="Arial"/>
              <a:sym typeface="Arial"/>
            </a:endParaRPr>
          </a:p>
        </p:txBody>
      </p:sp>
      <p:sp>
        <p:nvSpPr>
          <p:cNvPr id="8" name="Google Shape;48;p33">
            <a:extLst>
              <a:ext uri="{FF2B5EF4-FFF2-40B4-BE49-F238E27FC236}">
                <a16:creationId xmlns:a16="http://schemas.microsoft.com/office/drawing/2014/main" id="{FA93B446-2C40-8ABE-53D9-85AC818A261D}"/>
              </a:ext>
            </a:extLst>
          </p:cNvPr>
          <p:cNvSpPr/>
          <p:nvPr userDrawn="1"/>
        </p:nvSpPr>
        <p:spPr>
          <a:xfrm>
            <a:off x="0" y="4729332"/>
            <a:ext cx="1567543" cy="45719"/>
          </a:xfrm>
          <a:prstGeom prst="rect">
            <a:avLst/>
          </a:prstGeom>
          <a:solidFill>
            <a:schemeClr val="lt1"/>
          </a:solidFill>
          <a:ln w="158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9" name="Google Shape;47;p33">
            <a:extLst>
              <a:ext uri="{FF2B5EF4-FFF2-40B4-BE49-F238E27FC236}">
                <a16:creationId xmlns:a16="http://schemas.microsoft.com/office/drawing/2014/main" id="{F0996568-7421-4201-0C53-C72AC645BFB5}"/>
              </a:ext>
            </a:extLst>
          </p:cNvPr>
          <p:cNvSpPr/>
          <p:nvPr userDrawn="1"/>
        </p:nvSpPr>
        <p:spPr>
          <a:xfrm>
            <a:off x="0" y="4079453"/>
            <a:ext cx="1567543" cy="649879"/>
          </a:xfrm>
          <a:prstGeom prst="rect">
            <a:avLst/>
          </a:prstGeom>
          <a:solidFill>
            <a:srgbClr val="009BA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s-CO" sz="1800" b="0" i="0" u="none" strike="noStrike" cap="none">
                <a:solidFill>
                  <a:schemeClr val="lt1"/>
                </a:solidFill>
                <a:latin typeface="Calibri"/>
                <a:ea typeface="Calibri"/>
                <a:cs typeface="Calibri"/>
                <a:sym typeface="Calibri"/>
              </a:rPr>
              <a:t>Evaluaciones</a:t>
            </a:r>
          </a:p>
        </p:txBody>
      </p:sp>
      <p:sp>
        <p:nvSpPr>
          <p:cNvPr id="10" name="Google Shape;48;p33">
            <a:extLst>
              <a:ext uri="{FF2B5EF4-FFF2-40B4-BE49-F238E27FC236}">
                <a16:creationId xmlns:a16="http://schemas.microsoft.com/office/drawing/2014/main" id="{CBD3EEE2-7F56-AC72-7480-B279DA7E5949}"/>
              </a:ext>
            </a:extLst>
          </p:cNvPr>
          <p:cNvSpPr/>
          <p:nvPr userDrawn="1"/>
        </p:nvSpPr>
        <p:spPr>
          <a:xfrm>
            <a:off x="-4763" y="5546750"/>
            <a:ext cx="1567543" cy="45719"/>
          </a:xfrm>
          <a:prstGeom prst="rect">
            <a:avLst/>
          </a:prstGeom>
          <a:solidFill>
            <a:schemeClr val="lt1"/>
          </a:solidFill>
          <a:ln w="158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1" name="Google Shape;47;p33">
            <a:extLst>
              <a:ext uri="{FF2B5EF4-FFF2-40B4-BE49-F238E27FC236}">
                <a16:creationId xmlns:a16="http://schemas.microsoft.com/office/drawing/2014/main" id="{FA40F6E5-06BC-62AA-17B7-98066A4FF92F}"/>
              </a:ext>
            </a:extLst>
          </p:cNvPr>
          <p:cNvSpPr/>
          <p:nvPr userDrawn="1"/>
        </p:nvSpPr>
        <p:spPr>
          <a:xfrm>
            <a:off x="-4763" y="4896871"/>
            <a:ext cx="1567543" cy="649879"/>
          </a:xfrm>
          <a:prstGeom prst="rect">
            <a:avLst/>
          </a:prstGeom>
          <a:solidFill>
            <a:srgbClr val="009BA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s-CO" sz="1800" b="0" i="0" u="none" strike="noStrike" cap="none" err="1">
                <a:solidFill>
                  <a:schemeClr val="lt1"/>
                </a:solidFill>
                <a:latin typeface="Calibri"/>
                <a:ea typeface="Calibri"/>
                <a:cs typeface="Calibri"/>
                <a:sym typeface="Calibri"/>
              </a:rPr>
              <a:t>Tips</a:t>
            </a:r>
            <a:endParaRPr lang="es-CO" sz="1800" b="0" i="0" u="none" strike="noStrike" cap="none">
              <a:solidFill>
                <a:schemeClr val="lt1"/>
              </a:solidFill>
              <a:latin typeface="Calibri"/>
              <a:ea typeface="Calibri"/>
              <a:cs typeface="Calibri"/>
              <a:sym typeface="Calibri"/>
            </a:endParaRPr>
          </a:p>
        </p:txBody>
      </p:sp>
    </p:spTree>
    <p:extLst>
      <p:ext uri="{BB962C8B-B14F-4D97-AF65-F5344CB8AC3E}">
        <p14:creationId xmlns:p14="http://schemas.microsoft.com/office/powerpoint/2010/main" val="326303644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Tema 3 de 4">
    <p:bg>
      <p:bgPr>
        <a:solidFill>
          <a:schemeClr val="bg1"/>
        </a:solidFill>
        <a:effectLst/>
      </p:bgPr>
    </p:bg>
    <p:spTree>
      <p:nvGrpSpPr>
        <p:cNvPr id="1" name=""/>
        <p:cNvGrpSpPr/>
        <p:nvPr/>
      </p:nvGrpSpPr>
      <p:grpSpPr>
        <a:xfrm>
          <a:off x="0" y="0"/>
          <a:ext cx="0" cy="0"/>
          <a:chOff x="0" y="0"/>
          <a:chExt cx="0" cy="0"/>
        </a:xfrm>
      </p:grpSpPr>
      <p:sp>
        <p:nvSpPr>
          <p:cNvPr id="14" name="Rectángulo 13">
            <a:extLst>
              <a:ext uri="{FF2B5EF4-FFF2-40B4-BE49-F238E27FC236}">
                <a16:creationId xmlns:a16="http://schemas.microsoft.com/office/drawing/2014/main" id="{7B3CDB48-DCBE-4C96-96CD-319BFEF3F5D1}"/>
              </a:ext>
            </a:extLst>
          </p:cNvPr>
          <p:cNvSpPr/>
          <p:nvPr/>
        </p:nvSpPr>
        <p:spPr>
          <a:xfrm>
            <a:off x="-9526" y="0"/>
            <a:ext cx="1567543" cy="6858000"/>
          </a:xfrm>
          <a:prstGeom prst="rect">
            <a:avLst/>
          </a:prstGeom>
          <a:gradFill flip="none" rotWithShape="1">
            <a:gsLst>
              <a:gs pos="0">
                <a:schemeClr val="bg1"/>
              </a:gs>
              <a:gs pos="36000">
                <a:srgbClr val="E0E0E0"/>
              </a:gs>
              <a:gs pos="67000">
                <a:srgbClr val="C8C8C8"/>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pic>
        <p:nvPicPr>
          <p:cNvPr id="20" name="Gráfico 11">
            <a:extLst>
              <a:ext uri="{FF2B5EF4-FFF2-40B4-BE49-F238E27FC236}">
                <a16:creationId xmlns:a16="http://schemas.microsoft.com/office/drawing/2014/main" id="{01917929-CAC9-4C23-BB91-8827BDA2CAEB}"/>
              </a:ext>
            </a:extLst>
          </p:cNvPr>
          <p:cNvPicPr>
            <a:picLocks noChangeAspect="1"/>
          </p:cNvPicPr>
          <p:nvPr/>
        </p:nvPicPr>
        <p:blipFill rotWithShape="1">
          <a:blip r:embed="rId2">
            <a:alphaModFix amt="3000"/>
            <a:extLst>
              <a:ext uri="{BEBA8EAE-BF5A-486C-A8C5-ECC9F3942E4B}">
                <a14:imgProps xmlns:a14="http://schemas.microsoft.com/office/drawing/2010/main">
                  <a14:imgLayer r:embed="rId3">
                    <a14:imgEffect>
                      <a14:colorTemperature colorTemp="10702"/>
                    </a14:imgEffect>
                    <a14:imgEffect>
                      <a14:saturation sat="133000"/>
                    </a14:imgEffect>
                    <a14:imgEffect>
                      <a14:brightnessContrast contrast="-100000"/>
                    </a14:imgEffect>
                  </a14:imgLayer>
                </a14:imgProps>
              </a:ext>
            </a:extLst>
          </a:blip>
          <a:srcRect r="84162"/>
          <a:stretch/>
        </p:blipFill>
        <p:spPr>
          <a:xfrm>
            <a:off x="210" y="5304"/>
            <a:ext cx="1590466" cy="6858000"/>
          </a:xfrm>
          <a:prstGeom prst="rect">
            <a:avLst/>
          </a:prstGeom>
        </p:spPr>
      </p:pic>
      <p:sp>
        <p:nvSpPr>
          <p:cNvPr id="18" name="Google Shape;40;p33"/>
          <p:cNvSpPr txBox="1">
            <a:spLocks noGrp="1"/>
          </p:cNvSpPr>
          <p:nvPr>
            <p:ph type="title" hasCustomPrompt="1"/>
          </p:nvPr>
        </p:nvSpPr>
        <p:spPr>
          <a:xfrm>
            <a:off x="2076994" y="222069"/>
            <a:ext cx="9666016" cy="1018902"/>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4400"/>
              <a:buFont typeface="Calibri"/>
              <a:buNone/>
              <a:defRPr sz="4400" b="1">
                <a:solidFill>
                  <a:srgbClr val="009BAF"/>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s-CO"/>
              <a:t>TÍTULO</a:t>
            </a:r>
            <a:endParaRPr/>
          </a:p>
        </p:txBody>
      </p:sp>
      <p:sp>
        <p:nvSpPr>
          <p:cNvPr id="19" name="Google Shape;41;p33"/>
          <p:cNvSpPr txBox="1">
            <a:spLocks noGrp="1"/>
          </p:cNvSpPr>
          <p:nvPr>
            <p:ph type="body" idx="1"/>
          </p:nvPr>
        </p:nvSpPr>
        <p:spPr>
          <a:xfrm>
            <a:off x="2076994" y="1410789"/>
            <a:ext cx="9666016" cy="4663440"/>
          </a:xfrm>
          <a:prstGeom prst="rect">
            <a:avLst/>
          </a:prstGeom>
          <a:noFill/>
          <a:ln>
            <a:noFill/>
          </a:ln>
        </p:spPr>
        <p:txBody>
          <a:bodyPr spcFirstLastPara="1" wrap="square" lIns="91425" tIns="45700" rIns="91425" bIns="45700" anchor="t" anchorCtr="0">
            <a:normAutofit/>
          </a:bodyPr>
          <a:lstStyle>
            <a:lvl1pPr marL="457200" lvl="0" indent="-381000" algn="l">
              <a:lnSpc>
                <a:spcPct val="100000"/>
              </a:lnSpc>
              <a:spcBef>
                <a:spcPts val="480"/>
              </a:spcBef>
              <a:spcAft>
                <a:spcPts val="0"/>
              </a:spcAft>
              <a:buClr>
                <a:srgbClr val="009BAF"/>
              </a:buClr>
              <a:buSzPts val="2400"/>
              <a:buChar char="•"/>
              <a:defRPr>
                <a:latin typeface="Calibri"/>
                <a:ea typeface="Calibri"/>
                <a:cs typeface="Calibri"/>
                <a:sym typeface="Calibri"/>
              </a:defRPr>
            </a:lvl1pPr>
            <a:lvl2pPr marL="914400" lvl="1" indent="-355600" algn="l">
              <a:lnSpc>
                <a:spcPct val="100000"/>
              </a:lnSpc>
              <a:spcBef>
                <a:spcPts val="600"/>
              </a:spcBef>
              <a:spcAft>
                <a:spcPts val="0"/>
              </a:spcAft>
              <a:buSzPts val="2000"/>
              <a:buChar char="•"/>
              <a:defRPr>
                <a:latin typeface="Calibri"/>
                <a:ea typeface="Calibri"/>
                <a:cs typeface="Calibri"/>
                <a:sym typeface="Calibri"/>
              </a:defRPr>
            </a:lvl2pPr>
            <a:lvl3pPr marL="1371600" lvl="2" indent="-342900" algn="l">
              <a:lnSpc>
                <a:spcPct val="100000"/>
              </a:lnSpc>
              <a:spcBef>
                <a:spcPts val="600"/>
              </a:spcBef>
              <a:spcAft>
                <a:spcPts val="0"/>
              </a:spcAft>
              <a:buSzPts val="1800"/>
              <a:buChar char="•"/>
              <a:defRPr>
                <a:latin typeface="Calibri"/>
                <a:ea typeface="Calibri"/>
                <a:cs typeface="Calibri"/>
                <a:sym typeface="Calibri"/>
              </a:defRPr>
            </a:lvl3pPr>
            <a:lvl4pPr marL="1828800" lvl="3" indent="-330200" algn="l">
              <a:lnSpc>
                <a:spcPct val="100000"/>
              </a:lnSpc>
              <a:spcBef>
                <a:spcPts val="600"/>
              </a:spcBef>
              <a:spcAft>
                <a:spcPts val="0"/>
              </a:spcAft>
              <a:buSzPts val="1600"/>
              <a:buChar char="•"/>
              <a:defRPr>
                <a:latin typeface="Calibri"/>
                <a:ea typeface="Calibri"/>
                <a:cs typeface="Calibri"/>
                <a:sym typeface="Calibri"/>
              </a:defRPr>
            </a:lvl4pPr>
            <a:lvl5pPr marL="2286000" lvl="4" indent="-317500" algn="l">
              <a:lnSpc>
                <a:spcPct val="100000"/>
              </a:lnSpc>
              <a:spcBef>
                <a:spcPts val="600"/>
              </a:spcBef>
              <a:spcAft>
                <a:spcPts val="0"/>
              </a:spcAft>
              <a:buSzPts val="1400"/>
              <a:buChar char="•"/>
              <a:defRPr>
                <a:latin typeface="Calibri"/>
                <a:ea typeface="Calibri"/>
                <a:cs typeface="Calibri"/>
                <a:sym typeface="Calibri"/>
              </a:defRPr>
            </a:lvl5pPr>
            <a:lvl6pPr marL="2743200" lvl="5" indent="-394335" algn="l">
              <a:lnSpc>
                <a:spcPct val="100000"/>
              </a:lnSpc>
              <a:spcBef>
                <a:spcPts val="600"/>
              </a:spcBef>
              <a:spcAft>
                <a:spcPts val="0"/>
              </a:spcAft>
              <a:buSzPts val="2610"/>
              <a:buChar char="•"/>
              <a:defRPr/>
            </a:lvl6pPr>
            <a:lvl7pPr marL="3200400" lvl="6" indent="-394335" algn="l">
              <a:lnSpc>
                <a:spcPct val="100000"/>
              </a:lnSpc>
              <a:spcBef>
                <a:spcPts val="600"/>
              </a:spcBef>
              <a:spcAft>
                <a:spcPts val="0"/>
              </a:spcAft>
              <a:buSzPts val="2610"/>
              <a:buChar char="•"/>
              <a:defRPr/>
            </a:lvl7pPr>
            <a:lvl8pPr marL="3657600" lvl="7" indent="-394334" algn="l">
              <a:lnSpc>
                <a:spcPct val="100000"/>
              </a:lnSpc>
              <a:spcBef>
                <a:spcPts val="600"/>
              </a:spcBef>
              <a:spcAft>
                <a:spcPts val="0"/>
              </a:spcAft>
              <a:buSzPts val="2610"/>
              <a:buChar char="•"/>
              <a:defRPr/>
            </a:lvl8pPr>
            <a:lvl9pPr marL="4114800" lvl="8" indent="-394334" algn="l">
              <a:lnSpc>
                <a:spcPct val="100000"/>
              </a:lnSpc>
              <a:spcBef>
                <a:spcPts val="600"/>
              </a:spcBef>
              <a:spcAft>
                <a:spcPts val="600"/>
              </a:spcAft>
              <a:buSzPts val="2610"/>
              <a:buChar char="•"/>
              <a:defRPr/>
            </a:lvl9pPr>
          </a:lstStyle>
          <a:p>
            <a:pPr lvl="0"/>
            <a:r>
              <a:rPr lang="es-ES"/>
              <a:t>Editar el estilo de texto del patrón</a:t>
            </a:r>
          </a:p>
        </p:txBody>
      </p:sp>
      <p:sp>
        <p:nvSpPr>
          <p:cNvPr id="26" name="Google Shape;38;p32">
            <a:extLst>
              <a:ext uri="{FF2B5EF4-FFF2-40B4-BE49-F238E27FC236}">
                <a16:creationId xmlns:a16="http://schemas.microsoft.com/office/drawing/2014/main" id="{3BADBE63-7757-4E76-8885-C6A2C7D40C63}"/>
              </a:ext>
            </a:extLst>
          </p:cNvPr>
          <p:cNvSpPr txBox="1">
            <a:spLocks noGrp="1"/>
          </p:cNvSpPr>
          <p:nvPr>
            <p:ph type="sldNum" idx="12"/>
          </p:nvPr>
        </p:nvSpPr>
        <p:spPr>
          <a:xfrm>
            <a:off x="11714226" y="6537426"/>
            <a:ext cx="471056" cy="309420"/>
          </a:xfrm>
          <a:prstGeom prst="rect">
            <a:avLst/>
          </a:prstGeom>
          <a:noFill/>
          <a:ln w="9525" cap="rnd" cmpd="sng">
            <a:noFill/>
            <a:prstDash val="solid"/>
            <a:round/>
            <a:headEnd type="none" w="sm" len="sm"/>
            <a:tailEnd type="none" w="sm" len="sm"/>
          </a:ln>
        </p:spPr>
        <p:txBody>
          <a:bodyPr spcFirstLastPara="1" wrap="square" lIns="91425" tIns="45700" rIns="91425" bIns="45700" anchor="ctr" anchorCtr="0">
            <a:noAutofit/>
          </a:bodyPr>
          <a:lstStyle>
            <a:lvl1pPr marL="0" marR="0" lvl="0"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1pPr>
            <a:lvl2pPr marL="0" marR="0" lvl="1"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2pPr>
            <a:lvl3pPr marL="0" marR="0" lvl="2"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3pPr>
            <a:lvl4pPr marL="0" marR="0" lvl="3"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4pPr>
            <a:lvl5pPr marL="0" marR="0" lvl="4"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5pPr>
            <a:lvl6pPr marL="0" marR="0" lvl="5"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6pPr>
            <a:lvl7pPr marL="0" marR="0" lvl="6"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7pPr>
            <a:lvl8pPr marL="0" marR="0" lvl="7"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8pPr>
            <a:lvl9pPr marL="0" marR="0" lvl="8"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CO" smtClean="0"/>
              <a:t>‹Nº›</a:t>
            </a:fld>
            <a:endParaRPr lang="es-CO"/>
          </a:p>
        </p:txBody>
      </p:sp>
      <p:sp>
        <p:nvSpPr>
          <p:cNvPr id="2" name="Google Shape;44;p33">
            <a:extLst>
              <a:ext uri="{FF2B5EF4-FFF2-40B4-BE49-F238E27FC236}">
                <a16:creationId xmlns:a16="http://schemas.microsoft.com/office/drawing/2014/main" id="{8D75FC3A-D5C5-43D3-E008-2C66CDB50151}"/>
              </a:ext>
            </a:extLst>
          </p:cNvPr>
          <p:cNvSpPr/>
          <p:nvPr userDrawn="1"/>
        </p:nvSpPr>
        <p:spPr>
          <a:xfrm>
            <a:off x="0" y="2294829"/>
            <a:ext cx="1567543" cy="45719"/>
          </a:xfrm>
          <a:prstGeom prst="rect">
            <a:avLst/>
          </a:prstGeom>
          <a:solidFill>
            <a:schemeClr val="lt1"/>
          </a:solidFill>
          <a:ln w="158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 name="Google Shape;46;p33">
            <a:extLst>
              <a:ext uri="{FF2B5EF4-FFF2-40B4-BE49-F238E27FC236}">
                <a16:creationId xmlns:a16="http://schemas.microsoft.com/office/drawing/2014/main" id="{D344546C-1032-4D47-1005-5C4E8099D12C}"/>
              </a:ext>
            </a:extLst>
          </p:cNvPr>
          <p:cNvSpPr/>
          <p:nvPr userDrawn="1"/>
        </p:nvSpPr>
        <p:spPr>
          <a:xfrm>
            <a:off x="0" y="3111262"/>
            <a:ext cx="1567543" cy="45719"/>
          </a:xfrm>
          <a:prstGeom prst="rect">
            <a:avLst/>
          </a:prstGeom>
          <a:solidFill>
            <a:schemeClr val="lt1"/>
          </a:solidFill>
          <a:ln w="158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 name="Google Shape;48;p33">
            <a:extLst>
              <a:ext uri="{FF2B5EF4-FFF2-40B4-BE49-F238E27FC236}">
                <a16:creationId xmlns:a16="http://schemas.microsoft.com/office/drawing/2014/main" id="{4E55A227-A773-487B-7716-600EB1919A61}"/>
              </a:ext>
            </a:extLst>
          </p:cNvPr>
          <p:cNvSpPr/>
          <p:nvPr userDrawn="1"/>
        </p:nvSpPr>
        <p:spPr>
          <a:xfrm>
            <a:off x="0" y="3919707"/>
            <a:ext cx="1567543" cy="45719"/>
          </a:xfrm>
          <a:prstGeom prst="rect">
            <a:avLst/>
          </a:prstGeom>
          <a:solidFill>
            <a:schemeClr val="lt1"/>
          </a:solidFill>
          <a:ln w="158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 name="Google Shape;43;p33">
            <a:extLst>
              <a:ext uri="{FF2B5EF4-FFF2-40B4-BE49-F238E27FC236}">
                <a16:creationId xmlns:a16="http://schemas.microsoft.com/office/drawing/2014/main" id="{08155BD6-C09E-6EA8-2F89-28A8E9B1B2A2}"/>
              </a:ext>
            </a:extLst>
          </p:cNvPr>
          <p:cNvSpPr/>
          <p:nvPr userDrawn="1"/>
        </p:nvSpPr>
        <p:spPr>
          <a:xfrm>
            <a:off x="0" y="1644950"/>
            <a:ext cx="1567543" cy="649879"/>
          </a:xfrm>
          <a:prstGeom prst="rect">
            <a:avLst/>
          </a:prstGeom>
          <a:solidFill>
            <a:srgbClr val="009BA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s-CO" sz="1800" b="0" i="0" u="none" strike="noStrike" cap="none">
                <a:solidFill>
                  <a:schemeClr val="lt1"/>
                </a:solidFill>
                <a:latin typeface="Calibri"/>
                <a:ea typeface="Calibri"/>
                <a:cs typeface="Calibri"/>
                <a:sym typeface="Calibri"/>
              </a:rPr>
              <a:t>Presentación del curso</a:t>
            </a:r>
            <a:endParaRPr sz="1400" b="0" i="0" u="none" strike="noStrike" cap="none">
              <a:solidFill>
                <a:srgbClr val="000000"/>
              </a:solidFill>
              <a:latin typeface="Arial"/>
              <a:ea typeface="Arial"/>
              <a:cs typeface="Arial"/>
              <a:sym typeface="Arial"/>
            </a:endParaRPr>
          </a:p>
        </p:txBody>
      </p:sp>
      <p:sp>
        <p:nvSpPr>
          <p:cNvPr id="6" name="Google Shape;45;p33">
            <a:extLst>
              <a:ext uri="{FF2B5EF4-FFF2-40B4-BE49-F238E27FC236}">
                <a16:creationId xmlns:a16="http://schemas.microsoft.com/office/drawing/2014/main" id="{C2308653-6A69-8C99-31BB-CCFCF2CD2C37}"/>
              </a:ext>
            </a:extLst>
          </p:cNvPr>
          <p:cNvSpPr/>
          <p:nvPr userDrawn="1"/>
        </p:nvSpPr>
        <p:spPr>
          <a:xfrm>
            <a:off x="0" y="2461383"/>
            <a:ext cx="1567543" cy="649879"/>
          </a:xfrm>
          <a:prstGeom prst="rect">
            <a:avLst/>
          </a:prstGeom>
          <a:solidFill>
            <a:srgbClr val="009BA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s-CO" sz="1800" b="0" i="0" u="none" strike="noStrike" cap="none">
                <a:solidFill>
                  <a:schemeClr val="lt1"/>
                </a:solidFill>
                <a:latin typeface="Calibri"/>
                <a:ea typeface="Calibri"/>
                <a:cs typeface="Calibri"/>
                <a:sym typeface="Calibri"/>
              </a:rPr>
              <a:t>Metodología del curso</a:t>
            </a:r>
            <a:endParaRPr sz="1400" b="0" i="0" u="none" strike="noStrike" cap="none">
              <a:solidFill>
                <a:srgbClr val="000000"/>
              </a:solidFill>
              <a:latin typeface="Arial"/>
              <a:ea typeface="Arial"/>
              <a:cs typeface="Arial"/>
              <a:sym typeface="Arial"/>
            </a:endParaRPr>
          </a:p>
        </p:txBody>
      </p:sp>
      <p:sp>
        <p:nvSpPr>
          <p:cNvPr id="7" name="Google Shape;47;p33">
            <a:extLst>
              <a:ext uri="{FF2B5EF4-FFF2-40B4-BE49-F238E27FC236}">
                <a16:creationId xmlns:a16="http://schemas.microsoft.com/office/drawing/2014/main" id="{477A3F28-51A6-D94D-FB43-581C8524D7D7}"/>
              </a:ext>
            </a:extLst>
          </p:cNvPr>
          <p:cNvSpPr/>
          <p:nvPr userDrawn="1"/>
        </p:nvSpPr>
        <p:spPr>
          <a:xfrm>
            <a:off x="0" y="3269828"/>
            <a:ext cx="1567543" cy="649879"/>
          </a:xfrm>
          <a:prstGeom prst="rect">
            <a:avLst/>
          </a:prstGeom>
          <a:solidFill>
            <a:srgbClr val="0D324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s-CO" sz="1800" b="0" i="0" u="none" strike="noStrike" cap="none">
                <a:solidFill>
                  <a:schemeClr val="lt1"/>
                </a:solidFill>
                <a:latin typeface="Calibri"/>
                <a:ea typeface="Calibri"/>
                <a:cs typeface="Calibri"/>
                <a:sym typeface="Calibri"/>
              </a:rPr>
              <a:t>Contenido detallado</a:t>
            </a:r>
            <a:endParaRPr lang="es-CO" sz="1400" b="0" i="0" u="none" strike="noStrike" cap="none">
              <a:solidFill>
                <a:srgbClr val="000000"/>
              </a:solidFill>
              <a:latin typeface="Arial"/>
              <a:ea typeface="Arial"/>
              <a:cs typeface="Arial"/>
              <a:sym typeface="Arial"/>
            </a:endParaRPr>
          </a:p>
        </p:txBody>
      </p:sp>
      <p:sp>
        <p:nvSpPr>
          <p:cNvPr id="8" name="Google Shape;48;p33">
            <a:extLst>
              <a:ext uri="{FF2B5EF4-FFF2-40B4-BE49-F238E27FC236}">
                <a16:creationId xmlns:a16="http://schemas.microsoft.com/office/drawing/2014/main" id="{F242BDF4-E2E0-D33E-324C-04C783DA241D}"/>
              </a:ext>
            </a:extLst>
          </p:cNvPr>
          <p:cNvSpPr/>
          <p:nvPr userDrawn="1"/>
        </p:nvSpPr>
        <p:spPr>
          <a:xfrm>
            <a:off x="0" y="4729332"/>
            <a:ext cx="1567543" cy="45719"/>
          </a:xfrm>
          <a:prstGeom prst="rect">
            <a:avLst/>
          </a:prstGeom>
          <a:solidFill>
            <a:schemeClr val="lt1"/>
          </a:solidFill>
          <a:ln w="158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9" name="Google Shape;47;p33">
            <a:extLst>
              <a:ext uri="{FF2B5EF4-FFF2-40B4-BE49-F238E27FC236}">
                <a16:creationId xmlns:a16="http://schemas.microsoft.com/office/drawing/2014/main" id="{9E4A9125-9EB9-8A81-971A-F46AD19A7DED}"/>
              </a:ext>
            </a:extLst>
          </p:cNvPr>
          <p:cNvSpPr/>
          <p:nvPr userDrawn="1"/>
        </p:nvSpPr>
        <p:spPr>
          <a:xfrm>
            <a:off x="0" y="4079453"/>
            <a:ext cx="1567543" cy="649879"/>
          </a:xfrm>
          <a:prstGeom prst="rect">
            <a:avLst/>
          </a:prstGeom>
          <a:solidFill>
            <a:srgbClr val="009BA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s-CO" sz="1800" b="0" i="0" u="none" strike="noStrike" cap="none">
                <a:solidFill>
                  <a:schemeClr val="lt1"/>
                </a:solidFill>
                <a:latin typeface="Calibri"/>
                <a:ea typeface="Calibri"/>
                <a:cs typeface="Calibri"/>
                <a:sym typeface="Calibri"/>
              </a:rPr>
              <a:t>Evaluaciones</a:t>
            </a:r>
          </a:p>
        </p:txBody>
      </p:sp>
      <p:sp>
        <p:nvSpPr>
          <p:cNvPr id="10" name="Google Shape;48;p33">
            <a:extLst>
              <a:ext uri="{FF2B5EF4-FFF2-40B4-BE49-F238E27FC236}">
                <a16:creationId xmlns:a16="http://schemas.microsoft.com/office/drawing/2014/main" id="{C2709C70-E7C4-3700-E55C-E07816AAD64C}"/>
              </a:ext>
            </a:extLst>
          </p:cNvPr>
          <p:cNvSpPr/>
          <p:nvPr userDrawn="1"/>
        </p:nvSpPr>
        <p:spPr>
          <a:xfrm>
            <a:off x="-4763" y="5546750"/>
            <a:ext cx="1567543" cy="45719"/>
          </a:xfrm>
          <a:prstGeom prst="rect">
            <a:avLst/>
          </a:prstGeom>
          <a:solidFill>
            <a:schemeClr val="lt1"/>
          </a:solidFill>
          <a:ln w="158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1" name="Google Shape;47;p33">
            <a:extLst>
              <a:ext uri="{FF2B5EF4-FFF2-40B4-BE49-F238E27FC236}">
                <a16:creationId xmlns:a16="http://schemas.microsoft.com/office/drawing/2014/main" id="{B136E859-9196-16B3-F2FE-C36F76A0E661}"/>
              </a:ext>
            </a:extLst>
          </p:cNvPr>
          <p:cNvSpPr/>
          <p:nvPr userDrawn="1"/>
        </p:nvSpPr>
        <p:spPr>
          <a:xfrm>
            <a:off x="-4763" y="4896871"/>
            <a:ext cx="1567543" cy="649879"/>
          </a:xfrm>
          <a:prstGeom prst="rect">
            <a:avLst/>
          </a:prstGeom>
          <a:solidFill>
            <a:srgbClr val="009BA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s-CO" sz="1800" b="0" i="0" u="none" strike="noStrike" cap="none" err="1">
                <a:solidFill>
                  <a:schemeClr val="lt1"/>
                </a:solidFill>
                <a:latin typeface="Calibri"/>
                <a:ea typeface="Calibri"/>
                <a:cs typeface="Calibri"/>
                <a:sym typeface="Calibri"/>
              </a:rPr>
              <a:t>Tips</a:t>
            </a:r>
            <a:endParaRPr lang="es-CO" sz="1800" b="0" i="0" u="none" strike="noStrike" cap="none">
              <a:solidFill>
                <a:schemeClr val="lt1"/>
              </a:solidFill>
              <a:latin typeface="Calibri"/>
              <a:ea typeface="Calibri"/>
              <a:cs typeface="Calibri"/>
              <a:sym typeface="Calibri"/>
            </a:endParaRPr>
          </a:p>
        </p:txBody>
      </p:sp>
    </p:spTree>
    <p:extLst>
      <p:ext uri="{BB962C8B-B14F-4D97-AF65-F5344CB8AC3E}">
        <p14:creationId xmlns:p14="http://schemas.microsoft.com/office/powerpoint/2010/main" val="88453713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ema 4 de 4">
    <p:bg>
      <p:bgPr>
        <a:solidFill>
          <a:schemeClr val="bg1"/>
        </a:solidFill>
        <a:effectLst/>
      </p:bgPr>
    </p:bg>
    <p:spTree>
      <p:nvGrpSpPr>
        <p:cNvPr id="1" name=""/>
        <p:cNvGrpSpPr/>
        <p:nvPr/>
      </p:nvGrpSpPr>
      <p:grpSpPr>
        <a:xfrm>
          <a:off x="0" y="0"/>
          <a:ext cx="0" cy="0"/>
          <a:chOff x="0" y="0"/>
          <a:chExt cx="0" cy="0"/>
        </a:xfrm>
      </p:grpSpPr>
      <p:sp>
        <p:nvSpPr>
          <p:cNvPr id="14" name="Rectángulo 13">
            <a:extLst>
              <a:ext uri="{FF2B5EF4-FFF2-40B4-BE49-F238E27FC236}">
                <a16:creationId xmlns:a16="http://schemas.microsoft.com/office/drawing/2014/main" id="{7B3CDB48-DCBE-4C96-96CD-319BFEF3F5D1}"/>
              </a:ext>
            </a:extLst>
          </p:cNvPr>
          <p:cNvSpPr/>
          <p:nvPr/>
        </p:nvSpPr>
        <p:spPr>
          <a:xfrm>
            <a:off x="-9526" y="0"/>
            <a:ext cx="1567543" cy="6858000"/>
          </a:xfrm>
          <a:prstGeom prst="rect">
            <a:avLst/>
          </a:prstGeom>
          <a:gradFill flip="none" rotWithShape="1">
            <a:gsLst>
              <a:gs pos="0">
                <a:schemeClr val="bg1"/>
              </a:gs>
              <a:gs pos="36000">
                <a:srgbClr val="E0E0E0"/>
              </a:gs>
              <a:gs pos="67000">
                <a:srgbClr val="C8C8C8"/>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pic>
        <p:nvPicPr>
          <p:cNvPr id="20" name="Gráfico 11">
            <a:extLst>
              <a:ext uri="{FF2B5EF4-FFF2-40B4-BE49-F238E27FC236}">
                <a16:creationId xmlns:a16="http://schemas.microsoft.com/office/drawing/2014/main" id="{01917929-CAC9-4C23-BB91-8827BDA2CAEB}"/>
              </a:ext>
            </a:extLst>
          </p:cNvPr>
          <p:cNvPicPr>
            <a:picLocks noChangeAspect="1"/>
          </p:cNvPicPr>
          <p:nvPr/>
        </p:nvPicPr>
        <p:blipFill rotWithShape="1">
          <a:blip r:embed="rId2">
            <a:alphaModFix amt="3000"/>
            <a:extLst>
              <a:ext uri="{BEBA8EAE-BF5A-486C-A8C5-ECC9F3942E4B}">
                <a14:imgProps xmlns:a14="http://schemas.microsoft.com/office/drawing/2010/main">
                  <a14:imgLayer r:embed="rId3">
                    <a14:imgEffect>
                      <a14:colorTemperature colorTemp="10702"/>
                    </a14:imgEffect>
                    <a14:imgEffect>
                      <a14:saturation sat="133000"/>
                    </a14:imgEffect>
                    <a14:imgEffect>
                      <a14:brightnessContrast contrast="-100000"/>
                    </a14:imgEffect>
                  </a14:imgLayer>
                </a14:imgProps>
              </a:ext>
            </a:extLst>
          </a:blip>
          <a:srcRect r="84162"/>
          <a:stretch/>
        </p:blipFill>
        <p:spPr>
          <a:xfrm>
            <a:off x="210" y="5304"/>
            <a:ext cx="1590466" cy="6858000"/>
          </a:xfrm>
          <a:prstGeom prst="rect">
            <a:avLst/>
          </a:prstGeom>
        </p:spPr>
      </p:pic>
      <p:sp>
        <p:nvSpPr>
          <p:cNvPr id="18" name="Google Shape;40;p33"/>
          <p:cNvSpPr txBox="1">
            <a:spLocks noGrp="1"/>
          </p:cNvSpPr>
          <p:nvPr>
            <p:ph type="title" hasCustomPrompt="1"/>
          </p:nvPr>
        </p:nvSpPr>
        <p:spPr>
          <a:xfrm>
            <a:off x="2076994" y="222069"/>
            <a:ext cx="9666016" cy="1018902"/>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4400"/>
              <a:buFont typeface="Calibri"/>
              <a:buNone/>
              <a:defRPr sz="4400" b="1">
                <a:solidFill>
                  <a:srgbClr val="009BAF"/>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s-CO"/>
              <a:t>TÍTULO</a:t>
            </a:r>
            <a:endParaRPr/>
          </a:p>
        </p:txBody>
      </p:sp>
      <p:sp>
        <p:nvSpPr>
          <p:cNvPr id="19" name="Google Shape;41;p33"/>
          <p:cNvSpPr txBox="1">
            <a:spLocks noGrp="1"/>
          </p:cNvSpPr>
          <p:nvPr>
            <p:ph type="body" idx="1"/>
          </p:nvPr>
        </p:nvSpPr>
        <p:spPr>
          <a:xfrm>
            <a:off x="2076994" y="1410789"/>
            <a:ext cx="9666016" cy="4663440"/>
          </a:xfrm>
          <a:prstGeom prst="rect">
            <a:avLst/>
          </a:prstGeom>
          <a:noFill/>
          <a:ln>
            <a:noFill/>
          </a:ln>
        </p:spPr>
        <p:txBody>
          <a:bodyPr spcFirstLastPara="1" wrap="square" lIns="91425" tIns="45700" rIns="91425" bIns="45700" anchor="t" anchorCtr="0">
            <a:normAutofit/>
          </a:bodyPr>
          <a:lstStyle>
            <a:lvl1pPr marL="457200" lvl="0" indent="-381000" algn="l">
              <a:lnSpc>
                <a:spcPct val="100000"/>
              </a:lnSpc>
              <a:spcBef>
                <a:spcPts val="480"/>
              </a:spcBef>
              <a:spcAft>
                <a:spcPts val="0"/>
              </a:spcAft>
              <a:buClr>
                <a:srgbClr val="009BAF"/>
              </a:buClr>
              <a:buSzPts val="2400"/>
              <a:buChar char="•"/>
              <a:defRPr>
                <a:latin typeface="Calibri"/>
                <a:ea typeface="Calibri"/>
                <a:cs typeface="Calibri"/>
                <a:sym typeface="Calibri"/>
              </a:defRPr>
            </a:lvl1pPr>
            <a:lvl2pPr marL="914400" lvl="1" indent="-355600" algn="l">
              <a:lnSpc>
                <a:spcPct val="100000"/>
              </a:lnSpc>
              <a:spcBef>
                <a:spcPts val="600"/>
              </a:spcBef>
              <a:spcAft>
                <a:spcPts val="0"/>
              </a:spcAft>
              <a:buSzPts val="2000"/>
              <a:buChar char="•"/>
              <a:defRPr>
                <a:latin typeface="Calibri"/>
                <a:ea typeface="Calibri"/>
                <a:cs typeface="Calibri"/>
                <a:sym typeface="Calibri"/>
              </a:defRPr>
            </a:lvl2pPr>
            <a:lvl3pPr marL="1371600" lvl="2" indent="-342900" algn="l">
              <a:lnSpc>
                <a:spcPct val="100000"/>
              </a:lnSpc>
              <a:spcBef>
                <a:spcPts val="600"/>
              </a:spcBef>
              <a:spcAft>
                <a:spcPts val="0"/>
              </a:spcAft>
              <a:buSzPts val="1800"/>
              <a:buChar char="•"/>
              <a:defRPr>
                <a:latin typeface="Calibri"/>
                <a:ea typeface="Calibri"/>
                <a:cs typeface="Calibri"/>
                <a:sym typeface="Calibri"/>
              </a:defRPr>
            </a:lvl3pPr>
            <a:lvl4pPr marL="1828800" lvl="3" indent="-330200" algn="l">
              <a:lnSpc>
                <a:spcPct val="100000"/>
              </a:lnSpc>
              <a:spcBef>
                <a:spcPts val="600"/>
              </a:spcBef>
              <a:spcAft>
                <a:spcPts val="0"/>
              </a:spcAft>
              <a:buSzPts val="1600"/>
              <a:buChar char="•"/>
              <a:defRPr>
                <a:latin typeface="Calibri"/>
                <a:ea typeface="Calibri"/>
                <a:cs typeface="Calibri"/>
                <a:sym typeface="Calibri"/>
              </a:defRPr>
            </a:lvl4pPr>
            <a:lvl5pPr marL="2286000" lvl="4" indent="-317500" algn="l">
              <a:lnSpc>
                <a:spcPct val="100000"/>
              </a:lnSpc>
              <a:spcBef>
                <a:spcPts val="600"/>
              </a:spcBef>
              <a:spcAft>
                <a:spcPts val="0"/>
              </a:spcAft>
              <a:buSzPts val="1400"/>
              <a:buChar char="•"/>
              <a:defRPr>
                <a:latin typeface="Calibri"/>
                <a:ea typeface="Calibri"/>
                <a:cs typeface="Calibri"/>
                <a:sym typeface="Calibri"/>
              </a:defRPr>
            </a:lvl5pPr>
            <a:lvl6pPr marL="2743200" lvl="5" indent="-394335" algn="l">
              <a:lnSpc>
                <a:spcPct val="100000"/>
              </a:lnSpc>
              <a:spcBef>
                <a:spcPts val="600"/>
              </a:spcBef>
              <a:spcAft>
                <a:spcPts val="0"/>
              </a:spcAft>
              <a:buSzPts val="2610"/>
              <a:buChar char="•"/>
              <a:defRPr/>
            </a:lvl6pPr>
            <a:lvl7pPr marL="3200400" lvl="6" indent="-394335" algn="l">
              <a:lnSpc>
                <a:spcPct val="100000"/>
              </a:lnSpc>
              <a:spcBef>
                <a:spcPts val="600"/>
              </a:spcBef>
              <a:spcAft>
                <a:spcPts val="0"/>
              </a:spcAft>
              <a:buSzPts val="2610"/>
              <a:buChar char="•"/>
              <a:defRPr/>
            </a:lvl7pPr>
            <a:lvl8pPr marL="3657600" lvl="7" indent="-394334" algn="l">
              <a:lnSpc>
                <a:spcPct val="100000"/>
              </a:lnSpc>
              <a:spcBef>
                <a:spcPts val="600"/>
              </a:spcBef>
              <a:spcAft>
                <a:spcPts val="0"/>
              </a:spcAft>
              <a:buSzPts val="2610"/>
              <a:buChar char="•"/>
              <a:defRPr/>
            </a:lvl8pPr>
            <a:lvl9pPr marL="4114800" lvl="8" indent="-394334" algn="l">
              <a:lnSpc>
                <a:spcPct val="100000"/>
              </a:lnSpc>
              <a:spcBef>
                <a:spcPts val="600"/>
              </a:spcBef>
              <a:spcAft>
                <a:spcPts val="600"/>
              </a:spcAft>
              <a:buSzPts val="2610"/>
              <a:buChar char="•"/>
              <a:defRPr/>
            </a:lvl9pPr>
          </a:lstStyle>
          <a:p>
            <a:pPr lvl="0"/>
            <a:r>
              <a:rPr lang="es-ES"/>
              <a:t>Editar el estilo de texto del patrón</a:t>
            </a:r>
          </a:p>
        </p:txBody>
      </p:sp>
      <p:sp>
        <p:nvSpPr>
          <p:cNvPr id="26" name="Google Shape;38;p32">
            <a:extLst>
              <a:ext uri="{FF2B5EF4-FFF2-40B4-BE49-F238E27FC236}">
                <a16:creationId xmlns:a16="http://schemas.microsoft.com/office/drawing/2014/main" id="{3BADBE63-7757-4E76-8885-C6A2C7D40C63}"/>
              </a:ext>
            </a:extLst>
          </p:cNvPr>
          <p:cNvSpPr txBox="1">
            <a:spLocks noGrp="1"/>
          </p:cNvSpPr>
          <p:nvPr>
            <p:ph type="sldNum" idx="12"/>
          </p:nvPr>
        </p:nvSpPr>
        <p:spPr>
          <a:xfrm>
            <a:off x="11714226" y="6537426"/>
            <a:ext cx="471056" cy="309420"/>
          </a:xfrm>
          <a:prstGeom prst="rect">
            <a:avLst/>
          </a:prstGeom>
          <a:noFill/>
          <a:ln w="9525" cap="rnd" cmpd="sng">
            <a:noFill/>
            <a:prstDash val="solid"/>
            <a:round/>
            <a:headEnd type="none" w="sm" len="sm"/>
            <a:tailEnd type="none" w="sm" len="sm"/>
          </a:ln>
        </p:spPr>
        <p:txBody>
          <a:bodyPr spcFirstLastPara="1" wrap="square" lIns="91425" tIns="45700" rIns="91425" bIns="45700" anchor="ctr" anchorCtr="0">
            <a:noAutofit/>
          </a:bodyPr>
          <a:lstStyle>
            <a:lvl1pPr marL="0" marR="0" lvl="0"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1pPr>
            <a:lvl2pPr marL="0" marR="0" lvl="1"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2pPr>
            <a:lvl3pPr marL="0" marR="0" lvl="2"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3pPr>
            <a:lvl4pPr marL="0" marR="0" lvl="3"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4pPr>
            <a:lvl5pPr marL="0" marR="0" lvl="4"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5pPr>
            <a:lvl6pPr marL="0" marR="0" lvl="5"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6pPr>
            <a:lvl7pPr marL="0" marR="0" lvl="6"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7pPr>
            <a:lvl8pPr marL="0" marR="0" lvl="7"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8pPr>
            <a:lvl9pPr marL="0" marR="0" lvl="8"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CO" smtClean="0"/>
              <a:t>‹Nº›</a:t>
            </a:fld>
            <a:endParaRPr lang="es-CO"/>
          </a:p>
        </p:txBody>
      </p:sp>
      <p:sp>
        <p:nvSpPr>
          <p:cNvPr id="2" name="Google Shape;44;p33">
            <a:extLst>
              <a:ext uri="{FF2B5EF4-FFF2-40B4-BE49-F238E27FC236}">
                <a16:creationId xmlns:a16="http://schemas.microsoft.com/office/drawing/2014/main" id="{D55644E2-2D4B-3047-0524-F80876BBFAF9}"/>
              </a:ext>
            </a:extLst>
          </p:cNvPr>
          <p:cNvSpPr/>
          <p:nvPr userDrawn="1"/>
        </p:nvSpPr>
        <p:spPr>
          <a:xfrm>
            <a:off x="0" y="2294829"/>
            <a:ext cx="1567543" cy="45719"/>
          </a:xfrm>
          <a:prstGeom prst="rect">
            <a:avLst/>
          </a:prstGeom>
          <a:solidFill>
            <a:schemeClr val="lt1"/>
          </a:solidFill>
          <a:ln w="158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 name="Google Shape;46;p33">
            <a:extLst>
              <a:ext uri="{FF2B5EF4-FFF2-40B4-BE49-F238E27FC236}">
                <a16:creationId xmlns:a16="http://schemas.microsoft.com/office/drawing/2014/main" id="{541842E4-48A7-FB3C-1F2D-2A83CB23962D}"/>
              </a:ext>
            </a:extLst>
          </p:cNvPr>
          <p:cNvSpPr/>
          <p:nvPr userDrawn="1"/>
        </p:nvSpPr>
        <p:spPr>
          <a:xfrm>
            <a:off x="0" y="3111262"/>
            <a:ext cx="1567543" cy="45719"/>
          </a:xfrm>
          <a:prstGeom prst="rect">
            <a:avLst/>
          </a:prstGeom>
          <a:solidFill>
            <a:schemeClr val="lt1"/>
          </a:solidFill>
          <a:ln w="158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 name="Google Shape;48;p33">
            <a:extLst>
              <a:ext uri="{FF2B5EF4-FFF2-40B4-BE49-F238E27FC236}">
                <a16:creationId xmlns:a16="http://schemas.microsoft.com/office/drawing/2014/main" id="{FDF4D840-0462-1081-B3C7-5D82607F48CE}"/>
              </a:ext>
            </a:extLst>
          </p:cNvPr>
          <p:cNvSpPr/>
          <p:nvPr userDrawn="1"/>
        </p:nvSpPr>
        <p:spPr>
          <a:xfrm>
            <a:off x="0" y="3919707"/>
            <a:ext cx="1567543" cy="45719"/>
          </a:xfrm>
          <a:prstGeom prst="rect">
            <a:avLst/>
          </a:prstGeom>
          <a:solidFill>
            <a:schemeClr val="lt1"/>
          </a:solidFill>
          <a:ln w="158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 name="Google Shape;43;p33">
            <a:extLst>
              <a:ext uri="{FF2B5EF4-FFF2-40B4-BE49-F238E27FC236}">
                <a16:creationId xmlns:a16="http://schemas.microsoft.com/office/drawing/2014/main" id="{EBBC8979-EC25-2154-6441-112DE4870779}"/>
              </a:ext>
            </a:extLst>
          </p:cNvPr>
          <p:cNvSpPr/>
          <p:nvPr userDrawn="1"/>
        </p:nvSpPr>
        <p:spPr>
          <a:xfrm>
            <a:off x="0" y="1644950"/>
            <a:ext cx="1567543" cy="649879"/>
          </a:xfrm>
          <a:prstGeom prst="rect">
            <a:avLst/>
          </a:prstGeom>
          <a:solidFill>
            <a:srgbClr val="009BA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s-CO" sz="1800" b="0" i="0" u="none" strike="noStrike" cap="none">
                <a:solidFill>
                  <a:schemeClr val="lt1"/>
                </a:solidFill>
                <a:latin typeface="Calibri"/>
                <a:ea typeface="Calibri"/>
                <a:cs typeface="Calibri"/>
                <a:sym typeface="Calibri"/>
              </a:rPr>
              <a:t>Presentación del curso</a:t>
            </a:r>
            <a:endParaRPr sz="1400" b="0" i="0" u="none" strike="noStrike" cap="none">
              <a:solidFill>
                <a:srgbClr val="000000"/>
              </a:solidFill>
              <a:latin typeface="Arial"/>
              <a:ea typeface="Arial"/>
              <a:cs typeface="Arial"/>
              <a:sym typeface="Arial"/>
            </a:endParaRPr>
          </a:p>
        </p:txBody>
      </p:sp>
      <p:sp>
        <p:nvSpPr>
          <p:cNvPr id="6" name="Google Shape;45;p33">
            <a:extLst>
              <a:ext uri="{FF2B5EF4-FFF2-40B4-BE49-F238E27FC236}">
                <a16:creationId xmlns:a16="http://schemas.microsoft.com/office/drawing/2014/main" id="{40A0A76D-B8D1-A3FD-55AC-26A14AE78978}"/>
              </a:ext>
            </a:extLst>
          </p:cNvPr>
          <p:cNvSpPr/>
          <p:nvPr userDrawn="1"/>
        </p:nvSpPr>
        <p:spPr>
          <a:xfrm>
            <a:off x="0" y="2461383"/>
            <a:ext cx="1567543" cy="649879"/>
          </a:xfrm>
          <a:prstGeom prst="rect">
            <a:avLst/>
          </a:prstGeom>
          <a:solidFill>
            <a:srgbClr val="009BA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s-CO" sz="1800" b="0" i="0" u="none" strike="noStrike" cap="none">
                <a:solidFill>
                  <a:schemeClr val="lt1"/>
                </a:solidFill>
                <a:latin typeface="Calibri"/>
                <a:ea typeface="Calibri"/>
                <a:cs typeface="Calibri"/>
                <a:sym typeface="Calibri"/>
              </a:rPr>
              <a:t>Metodología del curso</a:t>
            </a:r>
            <a:endParaRPr sz="1400" b="0" i="0" u="none" strike="noStrike" cap="none">
              <a:solidFill>
                <a:srgbClr val="000000"/>
              </a:solidFill>
              <a:latin typeface="Arial"/>
              <a:ea typeface="Arial"/>
              <a:cs typeface="Arial"/>
              <a:sym typeface="Arial"/>
            </a:endParaRPr>
          </a:p>
        </p:txBody>
      </p:sp>
      <p:sp>
        <p:nvSpPr>
          <p:cNvPr id="7" name="Google Shape;47;p33">
            <a:extLst>
              <a:ext uri="{FF2B5EF4-FFF2-40B4-BE49-F238E27FC236}">
                <a16:creationId xmlns:a16="http://schemas.microsoft.com/office/drawing/2014/main" id="{C8603D49-C47E-24CE-447F-71F59D02B07F}"/>
              </a:ext>
            </a:extLst>
          </p:cNvPr>
          <p:cNvSpPr/>
          <p:nvPr userDrawn="1"/>
        </p:nvSpPr>
        <p:spPr>
          <a:xfrm>
            <a:off x="0" y="3269828"/>
            <a:ext cx="1567543" cy="649879"/>
          </a:xfrm>
          <a:prstGeom prst="rect">
            <a:avLst/>
          </a:prstGeom>
          <a:solidFill>
            <a:srgbClr val="009BA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s-CO" sz="1800" b="0" i="0" u="none" strike="noStrike" cap="none">
                <a:solidFill>
                  <a:schemeClr val="lt1"/>
                </a:solidFill>
                <a:latin typeface="Calibri"/>
                <a:ea typeface="Calibri"/>
                <a:cs typeface="Calibri"/>
                <a:sym typeface="Calibri"/>
              </a:rPr>
              <a:t>Contenido detallado</a:t>
            </a:r>
            <a:endParaRPr lang="es-CO" sz="1400" b="0" i="0" u="none" strike="noStrike" cap="none">
              <a:solidFill>
                <a:srgbClr val="000000"/>
              </a:solidFill>
              <a:latin typeface="Arial"/>
              <a:ea typeface="Arial"/>
              <a:cs typeface="Arial"/>
              <a:sym typeface="Arial"/>
            </a:endParaRPr>
          </a:p>
        </p:txBody>
      </p:sp>
      <p:sp>
        <p:nvSpPr>
          <p:cNvPr id="8" name="Google Shape;48;p33">
            <a:extLst>
              <a:ext uri="{FF2B5EF4-FFF2-40B4-BE49-F238E27FC236}">
                <a16:creationId xmlns:a16="http://schemas.microsoft.com/office/drawing/2014/main" id="{92D2C50B-DAC5-E75D-5DF1-987B5A59BFA9}"/>
              </a:ext>
            </a:extLst>
          </p:cNvPr>
          <p:cNvSpPr/>
          <p:nvPr userDrawn="1"/>
        </p:nvSpPr>
        <p:spPr>
          <a:xfrm>
            <a:off x="0" y="4729332"/>
            <a:ext cx="1567543" cy="45719"/>
          </a:xfrm>
          <a:prstGeom prst="rect">
            <a:avLst/>
          </a:prstGeom>
          <a:solidFill>
            <a:schemeClr val="lt1"/>
          </a:solidFill>
          <a:ln w="158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9" name="Google Shape;47;p33">
            <a:extLst>
              <a:ext uri="{FF2B5EF4-FFF2-40B4-BE49-F238E27FC236}">
                <a16:creationId xmlns:a16="http://schemas.microsoft.com/office/drawing/2014/main" id="{BC737EFF-9CA3-B472-3519-F1CF7AE08C41}"/>
              </a:ext>
            </a:extLst>
          </p:cNvPr>
          <p:cNvSpPr/>
          <p:nvPr userDrawn="1"/>
        </p:nvSpPr>
        <p:spPr>
          <a:xfrm>
            <a:off x="0" y="4079453"/>
            <a:ext cx="1567543" cy="649879"/>
          </a:xfrm>
          <a:prstGeom prst="rect">
            <a:avLst/>
          </a:prstGeom>
          <a:solidFill>
            <a:srgbClr val="0D324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s-CO" sz="1800" b="0" i="0" u="none" strike="noStrike" cap="none">
                <a:solidFill>
                  <a:schemeClr val="lt1"/>
                </a:solidFill>
                <a:latin typeface="Calibri"/>
                <a:ea typeface="Calibri"/>
                <a:cs typeface="Calibri"/>
                <a:sym typeface="Calibri"/>
              </a:rPr>
              <a:t>Evaluaciones</a:t>
            </a:r>
          </a:p>
        </p:txBody>
      </p:sp>
      <p:sp>
        <p:nvSpPr>
          <p:cNvPr id="10" name="Google Shape;48;p33">
            <a:extLst>
              <a:ext uri="{FF2B5EF4-FFF2-40B4-BE49-F238E27FC236}">
                <a16:creationId xmlns:a16="http://schemas.microsoft.com/office/drawing/2014/main" id="{3AEB224D-D25F-DA48-7FF4-DB58BCDD7D11}"/>
              </a:ext>
            </a:extLst>
          </p:cNvPr>
          <p:cNvSpPr/>
          <p:nvPr userDrawn="1"/>
        </p:nvSpPr>
        <p:spPr>
          <a:xfrm>
            <a:off x="-4763" y="5546750"/>
            <a:ext cx="1567543" cy="45719"/>
          </a:xfrm>
          <a:prstGeom prst="rect">
            <a:avLst/>
          </a:prstGeom>
          <a:solidFill>
            <a:schemeClr val="lt1"/>
          </a:solidFill>
          <a:ln w="158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1" name="Google Shape;47;p33">
            <a:extLst>
              <a:ext uri="{FF2B5EF4-FFF2-40B4-BE49-F238E27FC236}">
                <a16:creationId xmlns:a16="http://schemas.microsoft.com/office/drawing/2014/main" id="{8579CF9F-704D-758C-8988-D69FDF4944C6}"/>
              </a:ext>
            </a:extLst>
          </p:cNvPr>
          <p:cNvSpPr/>
          <p:nvPr userDrawn="1"/>
        </p:nvSpPr>
        <p:spPr>
          <a:xfrm>
            <a:off x="-4763" y="4896871"/>
            <a:ext cx="1567543" cy="649879"/>
          </a:xfrm>
          <a:prstGeom prst="rect">
            <a:avLst/>
          </a:prstGeom>
          <a:solidFill>
            <a:srgbClr val="009BA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s-CO" sz="1800" b="0" i="0" u="none" strike="noStrike" cap="none" err="1">
                <a:solidFill>
                  <a:schemeClr val="lt1"/>
                </a:solidFill>
                <a:latin typeface="Calibri"/>
                <a:ea typeface="Calibri"/>
                <a:cs typeface="Calibri"/>
                <a:sym typeface="Calibri"/>
              </a:rPr>
              <a:t>Tips</a:t>
            </a:r>
            <a:endParaRPr lang="es-CO" sz="1800" b="0" i="0" u="none" strike="noStrike" cap="none">
              <a:solidFill>
                <a:schemeClr val="lt1"/>
              </a:solidFill>
              <a:latin typeface="Calibri"/>
              <a:ea typeface="Calibri"/>
              <a:cs typeface="Calibri"/>
              <a:sym typeface="Calibri"/>
            </a:endParaRPr>
          </a:p>
        </p:txBody>
      </p:sp>
    </p:spTree>
    <p:extLst>
      <p:ext uri="{BB962C8B-B14F-4D97-AF65-F5344CB8AC3E}">
        <p14:creationId xmlns:p14="http://schemas.microsoft.com/office/powerpoint/2010/main" val="258154517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1_Tema 4 de 4">
    <p:bg>
      <p:bgPr>
        <a:solidFill>
          <a:schemeClr val="bg1"/>
        </a:solidFill>
        <a:effectLst/>
      </p:bgPr>
    </p:bg>
    <p:spTree>
      <p:nvGrpSpPr>
        <p:cNvPr id="1" name=""/>
        <p:cNvGrpSpPr/>
        <p:nvPr/>
      </p:nvGrpSpPr>
      <p:grpSpPr>
        <a:xfrm>
          <a:off x="0" y="0"/>
          <a:ext cx="0" cy="0"/>
          <a:chOff x="0" y="0"/>
          <a:chExt cx="0" cy="0"/>
        </a:xfrm>
      </p:grpSpPr>
      <p:sp>
        <p:nvSpPr>
          <p:cNvPr id="14" name="Rectángulo 13">
            <a:extLst>
              <a:ext uri="{FF2B5EF4-FFF2-40B4-BE49-F238E27FC236}">
                <a16:creationId xmlns:a16="http://schemas.microsoft.com/office/drawing/2014/main" id="{7B3CDB48-DCBE-4C96-96CD-319BFEF3F5D1}"/>
              </a:ext>
            </a:extLst>
          </p:cNvPr>
          <p:cNvSpPr/>
          <p:nvPr/>
        </p:nvSpPr>
        <p:spPr>
          <a:xfrm>
            <a:off x="-9526" y="0"/>
            <a:ext cx="1567543" cy="6858000"/>
          </a:xfrm>
          <a:prstGeom prst="rect">
            <a:avLst/>
          </a:prstGeom>
          <a:gradFill flip="none" rotWithShape="1">
            <a:gsLst>
              <a:gs pos="0">
                <a:schemeClr val="bg1"/>
              </a:gs>
              <a:gs pos="36000">
                <a:srgbClr val="E0E0E0"/>
              </a:gs>
              <a:gs pos="67000">
                <a:srgbClr val="C8C8C8"/>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pic>
        <p:nvPicPr>
          <p:cNvPr id="20" name="Gráfico 11">
            <a:extLst>
              <a:ext uri="{FF2B5EF4-FFF2-40B4-BE49-F238E27FC236}">
                <a16:creationId xmlns:a16="http://schemas.microsoft.com/office/drawing/2014/main" id="{01917929-CAC9-4C23-BB91-8827BDA2CAEB}"/>
              </a:ext>
            </a:extLst>
          </p:cNvPr>
          <p:cNvPicPr>
            <a:picLocks noChangeAspect="1"/>
          </p:cNvPicPr>
          <p:nvPr/>
        </p:nvPicPr>
        <p:blipFill rotWithShape="1">
          <a:blip r:embed="rId2">
            <a:alphaModFix amt="3000"/>
            <a:extLst>
              <a:ext uri="{BEBA8EAE-BF5A-486C-A8C5-ECC9F3942E4B}">
                <a14:imgProps xmlns:a14="http://schemas.microsoft.com/office/drawing/2010/main">
                  <a14:imgLayer r:embed="rId3">
                    <a14:imgEffect>
                      <a14:colorTemperature colorTemp="10702"/>
                    </a14:imgEffect>
                    <a14:imgEffect>
                      <a14:saturation sat="133000"/>
                    </a14:imgEffect>
                    <a14:imgEffect>
                      <a14:brightnessContrast contrast="-100000"/>
                    </a14:imgEffect>
                  </a14:imgLayer>
                </a14:imgProps>
              </a:ext>
            </a:extLst>
          </a:blip>
          <a:srcRect r="84162"/>
          <a:stretch/>
        </p:blipFill>
        <p:spPr>
          <a:xfrm>
            <a:off x="210" y="5304"/>
            <a:ext cx="1590466" cy="6858000"/>
          </a:xfrm>
          <a:prstGeom prst="rect">
            <a:avLst/>
          </a:prstGeom>
        </p:spPr>
      </p:pic>
      <p:sp>
        <p:nvSpPr>
          <p:cNvPr id="18" name="Google Shape;40;p33"/>
          <p:cNvSpPr txBox="1">
            <a:spLocks noGrp="1"/>
          </p:cNvSpPr>
          <p:nvPr>
            <p:ph type="title" hasCustomPrompt="1"/>
          </p:nvPr>
        </p:nvSpPr>
        <p:spPr>
          <a:xfrm>
            <a:off x="2076994" y="222069"/>
            <a:ext cx="9666016" cy="1018902"/>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4400"/>
              <a:buFont typeface="Calibri"/>
              <a:buNone/>
              <a:defRPr sz="4400" b="1">
                <a:solidFill>
                  <a:srgbClr val="009BAF"/>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s-CO"/>
              <a:t>TÍTULO</a:t>
            </a:r>
            <a:endParaRPr/>
          </a:p>
        </p:txBody>
      </p:sp>
      <p:sp>
        <p:nvSpPr>
          <p:cNvPr id="19" name="Google Shape;41;p33"/>
          <p:cNvSpPr txBox="1">
            <a:spLocks noGrp="1"/>
          </p:cNvSpPr>
          <p:nvPr>
            <p:ph type="body" idx="1"/>
          </p:nvPr>
        </p:nvSpPr>
        <p:spPr>
          <a:xfrm>
            <a:off x="2076994" y="1410789"/>
            <a:ext cx="9666016" cy="4663440"/>
          </a:xfrm>
          <a:prstGeom prst="rect">
            <a:avLst/>
          </a:prstGeom>
          <a:noFill/>
          <a:ln>
            <a:noFill/>
          </a:ln>
        </p:spPr>
        <p:txBody>
          <a:bodyPr spcFirstLastPara="1" wrap="square" lIns="91425" tIns="45700" rIns="91425" bIns="45700" anchor="t" anchorCtr="0">
            <a:normAutofit/>
          </a:bodyPr>
          <a:lstStyle>
            <a:lvl1pPr marL="457200" lvl="0" indent="-381000" algn="l">
              <a:lnSpc>
                <a:spcPct val="100000"/>
              </a:lnSpc>
              <a:spcBef>
                <a:spcPts val="480"/>
              </a:spcBef>
              <a:spcAft>
                <a:spcPts val="0"/>
              </a:spcAft>
              <a:buClr>
                <a:srgbClr val="009BAF"/>
              </a:buClr>
              <a:buSzPts val="2400"/>
              <a:buChar char="•"/>
              <a:defRPr>
                <a:latin typeface="Calibri"/>
                <a:ea typeface="Calibri"/>
                <a:cs typeface="Calibri"/>
                <a:sym typeface="Calibri"/>
              </a:defRPr>
            </a:lvl1pPr>
            <a:lvl2pPr marL="914400" lvl="1" indent="-355600" algn="l">
              <a:lnSpc>
                <a:spcPct val="100000"/>
              </a:lnSpc>
              <a:spcBef>
                <a:spcPts val="600"/>
              </a:spcBef>
              <a:spcAft>
                <a:spcPts val="0"/>
              </a:spcAft>
              <a:buSzPts val="2000"/>
              <a:buChar char="•"/>
              <a:defRPr>
                <a:latin typeface="Calibri"/>
                <a:ea typeface="Calibri"/>
                <a:cs typeface="Calibri"/>
                <a:sym typeface="Calibri"/>
              </a:defRPr>
            </a:lvl2pPr>
            <a:lvl3pPr marL="1371600" lvl="2" indent="-342900" algn="l">
              <a:lnSpc>
                <a:spcPct val="100000"/>
              </a:lnSpc>
              <a:spcBef>
                <a:spcPts val="600"/>
              </a:spcBef>
              <a:spcAft>
                <a:spcPts val="0"/>
              </a:spcAft>
              <a:buSzPts val="1800"/>
              <a:buChar char="•"/>
              <a:defRPr>
                <a:latin typeface="Calibri"/>
                <a:ea typeface="Calibri"/>
                <a:cs typeface="Calibri"/>
                <a:sym typeface="Calibri"/>
              </a:defRPr>
            </a:lvl3pPr>
            <a:lvl4pPr marL="1828800" lvl="3" indent="-330200" algn="l">
              <a:lnSpc>
                <a:spcPct val="100000"/>
              </a:lnSpc>
              <a:spcBef>
                <a:spcPts val="600"/>
              </a:spcBef>
              <a:spcAft>
                <a:spcPts val="0"/>
              </a:spcAft>
              <a:buSzPts val="1600"/>
              <a:buChar char="•"/>
              <a:defRPr>
                <a:latin typeface="Calibri"/>
                <a:ea typeface="Calibri"/>
                <a:cs typeface="Calibri"/>
                <a:sym typeface="Calibri"/>
              </a:defRPr>
            </a:lvl4pPr>
            <a:lvl5pPr marL="2286000" lvl="4" indent="-317500" algn="l">
              <a:lnSpc>
                <a:spcPct val="100000"/>
              </a:lnSpc>
              <a:spcBef>
                <a:spcPts val="600"/>
              </a:spcBef>
              <a:spcAft>
                <a:spcPts val="0"/>
              </a:spcAft>
              <a:buSzPts val="1400"/>
              <a:buChar char="•"/>
              <a:defRPr>
                <a:latin typeface="Calibri"/>
                <a:ea typeface="Calibri"/>
                <a:cs typeface="Calibri"/>
                <a:sym typeface="Calibri"/>
              </a:defRPr>
            </a:lvl5pPr>
            <a:lvl6pPr marL="2743200" lvl="5" indent="-394335" algn="l">
              <a:lnSpc>
                <a:spcPct val="100000"/>
              </a:lnSpc>
              <a:spcBef>
                <a:spcPts val="600"/>
              </a:spcBef>
              <a:spcAft>
                <a:spcPts val="0"/>
              </a:spcAft>
              <a:buSzPts val="2610"/>
              <a:buChar char="•"/>
              <a:defRPr/>
            </a:lvl6pPr>
            <a:lvl7pPr marL="3200400" lvl="6" indent="-394335" algn="l">
              <a:lnSpc>
                <a:spcPct val="100000"/>
              </a:lnSpc>
              <a:spcBef>
                <a:spcPts val="600"/>
              </a:spcBef>
              <a:spcAft>
                <a:spcPts val="0"/>
              </a:spcAft>
              <a:buSzPts val="2610"/>
              <a:buChar char="•"/>
              <a:defRPr/>
            </a:lvl7pPr>
            <a:lvl8pPr marL="3657600" lvl="7" indent="-394334" algn="l">
              <a:lnSpc>
                <a:spcPct val="100000"/>
              </a:lnSpc>
              <a:spcBef>
                <a:spcPts val="600"/>
              </a:spcBef>
              <a:spcAft>
                <a:spcPts val="0"/>
              </a:spcAft>
              <a:buSzPts val="2610"/>
              <a:buChar char="•"/>
              <a:defRPr/>
            </a:lvl8pPr>
            <a:lvl9pPr marL="4114800" lvl="8" indent="-394334" algn="l">
              <a:lnSpc>
                <a:spcPct val="100000"/>
              </a:lnSpc>
              <a:spcBef>
                <a:spcPts val="600"/>
              </a:spcBef>
              <a:spcAft>
                <a:spcPts val="600"/>
              </a:spcAft>
              <a:buSzPts val="2610"/>
              <a:buChar char="•"/>
              <a:defRPr/>
            </a:lvl9pPr>
          </a:lstStyle>
          <a:p>
            <a:pPr lvl="0"/>
            <a:r>
              <a:rPr lang="es-ES"/>
              <a:t>Editar el estilo de texto del patrón</a:t>
            </a:r>
          </a:p>
        </p:txBody>
      </p:sp>
      <p:sp>
        <p:nvSpPr>
          <p:cNvPr id="26" name="Google Shape;38;p32">
            <a:extLst>
              <a:ext uri="{FF2B5EF4-FFF2-40B4-BE49-F238E27FC236}">
                <a16:creationId xmlns:a16="http://schemas.microsoft.com/office/drawing/2014/main" id="{3BADBE63-7757-4E76-8885-C6A2C7D40C63}"/>
              </a:ext>
            </a:extLst>
          </p:cNvPr>
          <p:cNvSpPr txBox="1">
            <a:spLocks noGrp="1"/>
          </p:cNvSpPr>
          <p:nvPr>
            <p:ph type="sldNum" idx="12"/>
          </p:nvPr>
        </p:nvSpPr>
        <p:spPr>
          <a:xfrm>
            <a:off x="11714226" y="6537426"/>
            <a:ext cx="471056" cy="309420"/>
          </a:xfrm>
          <a:prstGeom prst="rect">
            <a:avLst/>
          </a:prstGeom>
          <a:noFill/>
          <a:ln w="9525" cap="rnd" cmpd="sng">
            <a:noFill/>
            <a:prstDash val="solid"/>
            <a:round/>
            <a:headEnd type="none" w="sm" len="sm"/>
            <a:tailEnd type="none" w="sm" len="sm"/>
          </a:ln>
        </p:spPr>
        <p:txBody>
          <a:bodyPr spcFirstLastPara="1" wrap="square" lIns="91425" tIns="45700" rIns="91425" bIns="45700" anchor="ctr" anchorCtr="0">
            <a:noAutofit/>
          </a:bodyPr>
          <a:lstStyle>
            <a:lvl1pPr marL="0" marR="0" lvl="0"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1pPr>
            <a:lvl2pPr marL="0" marR="0" lvl="1"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2pPr>
            <a:lvl3pPr marL="0" marR="0" lvl="2"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3pPr>
            <a:lvl4pPr marL="0" marR="0" lvl="3"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4pPr>
            <a:lvl5pPr marL="0" marR="0" lvl="4"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5pPr>
            <a:lvl6pPr marL="0" marR="0" lvl="5"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6pPr>
            <a:lvl7pPr marL="0" marR="0" lvl="6"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7pPr>
            <a:lvl8pPr marL="0" marR="0" lvl="7"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8pPr>
            <a:lvl9pPr marL="0" marR="0" lvl="8"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CO" smtClean="0"/>
              <a:t>‹Nº›</a:t>
            </a:fld>
            <a:endParaRPr lang="es-CO"/>
          </a:p>
        </p:txBody>
      </p:sp>
      <p:sp>
        <p:nvSpPr>
          <p:cNvPr id="2" name="Google Shape;44;p33">
            <a:extLst>
              <a:ext uri="{FF2B5EF4-FFF2-40B4-BE49-F238E27FC236}">
                <a16:creationId xmlns:a16="http://schemas.microsoft.com/office/drawing/2014/main" id="{D55644E2-2D4B-3047-0524-F80876BBFAF9}"/>
              </a:ext>
            </a:extLst>
          </p:cNvPr>
          <p:cNvSpPr/>
          <p:nvPr userDrawn="1"/>
        </p:nvSpPr>
        <p:spPr>
          <a:xfrm>
            <a:off x="0" y="2294829"/>
            <a:ext cx="1567543" cy="45719"/>
          </a:xfrm>
          <a:prstGeom prst="rect">
            <a:avLst/>
          </a:prstGeom>
          <a:solidFill>
            <a:schemeClr val="lt1"/>
          </a:solidFill>
          <a:ln w="158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 name="Google Shape;46;p33">
            <a:extLst>
              <a:ext uri="{FF2B5EF4-FFF2-40B4-BE49-F238E27FC236}">
                <a16:creationId xmlns:a16="http://schemas.microsoft.com/office/drawing/2014/main" id="{541842E4-48A7-FB3C-1F2D-2A83CB23962D}"/>
              </a:ext>
            </a:extLst>
          </p:cNvPr>
          <p:cNvSpPr/>
          <p:nvPr userDrawn="1"/>
        </p:nvSpPr>
        <p:spPr>
          <a:xfrm>
            <a:off x="0" y="3111262"/>
            <a:ext cx="1567543" cy="45719"/>
          </a:xfrm>
          <a:prstGeom prst="rect">
            <a:avLst/>
          </a:prstGeom>
          <a:solidFill>
            <a:schemeClr val="lt1"/>
          </a:solidFill>
          <a:ln w="158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 name="Google Shape;48;p33">
            <a:extLst>
              <a:ext uri="{FF2B5EF4-FFF2-40B4-BE49-F238E27FC236}">
                <a16:creationId xmlns:a16="http://schemas.microsoft.com/office/drawing/2014/main" id="{FDF4D840-0462-1081-B3C7-5D82607F48CE}"/>
              </a:ext>
            </a:extLst>
          </p:cNvPr>
          <p:cNvSpPr/>
          <p:nvPr userDrawn="1"/>
        </p:nvSpPr>
        <p:spPr>
          <a:xfrm>
            <a:off x="0" y="3919707"/>
            <a:ext cx="1567543" cy="45719"/>
          </a:xfrm>
          <a:prstGeom prst="rect">
            <a:avLst/>
          </a:prstGeom>
          <a:solidFill>
            <a:schemeClr val="lt1"/>
          </a:solidFill>
          <a:ln w="158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 name="Google Shape;43;p33">
            <a:extLst>
              <a:ext uri="{FF2B5EF4-FFF2-40B4-BE49-F238E27FC236}">
                <a16:creationId xmlns:a16="http://schemas.microsoft.com/office/drawing/2014/main" id="{EBBC8979-EC25-2154-6441-112DE4870779}"/>
              </a:ext>
            </a:extLst>
          </p:cNvPr>
          <p:cNvSpPr/>
          <p:nvPr userDrawn="1"/>
        </p:nvSpPr>
        <p:spPr>
          <a:xfrm>
            <a:off x="0" y="1644950"/>
            <a:ext cx="1567543" cy="649879"/>
          </a:xfrm>
          <a:prstGeom prst="rect">
            <a:avLst/>
          </a:prstGeom>
          <a:solidFill>
            <a:srgbClr val="009BA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s-CO" sz="1800" b="0" i="0" u="none" strike="noStrike" cap="none">
                <a:solidFill>
                  <a:schemeClr val="lt1"/>
                </a:solidFill>
                <a:latin typeface="Calibri"/>
                <a:ea typeface="Calibri"/>
                <a:cs typeface="Calibri"/>
                <a:sym typeface="Calibri"/>
              </a:rPr>
              <a:t>Presentación del curso</a:t>
            </a:r>
            <a:endParaRPr sz="1400" b="0" i="0" u="none" strike="noStrike" cap="none">
              <a:solidFill>
                <a:srgbClr val="000000"/>
              </a:solidFill>
              <a:latin typeface="Arial"/>
              <a:ea typeface="Arial"/>
              <a:cs typeface="Arial"/>
              <a:sym typeface="Arial"/>
            </a:endParaRPr>
          </a:p>
        </p:txBody>
      </p:sp>
      <p:sp>
        <p:nvSpPr>
          <p:cNvPr id="6" name="Google Shape;45;p33">
            <a:extLst>
              <a:ext uri="{FF2B5EF4-FFF2-40B4-BE49-F238E27FC236}">
                <a16:creationId xmlns:a16="http://schemas.microsoft.com/office/drawing/2014/main" id="{40A0A76D-B8D1-A3FD-55AC-26A14AE78978}"/>
              </a:ext>
            </a:extLst>
          </p:cNvPr>
          <p:cNvSpPr/>
          <p:nvPr userDrawn="1"/>
        </p:nvSpPr>
        <p:spPr>
          <a:xfrm>
            <a:off x="0" y="2461383"/>
            <a:ext cx="1567543" cy="649879"/>
          </a:xfrm>
          <a:prstGeom prst="rect">
            <a:avLst/>
          </a:prstGeom>
          <a:solidFill>
            <a:srgbClr val="009BA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s-CO" sz="1800" b="0" i="0" u="none" strike="noStrike" cap="none">
                <a:solidFill>
                  <a:schemeClr val="lt1"/>
                </a:solidFill>
                <a:latin typeface="Calibri"/>
                <a:ea typeface="Calibri"/>
                <a:cs typeface="Calibri"/>
                <a:sym typeface="Calibri"/>
              </a:rPr>
              <a:t>Metodología del curso</a:t>
            </a:r>
            <a:endParaRPr sz="1400" b="0" i="0" u="none" strike="noStrike" cap="none">
              <a:solidFill>
                <a:srgbClr val="000000"/>
              </a:solidFill>
              <a:latin typeface="Arial"/>
              <a:ea typeface="Arial"/>
              <a:cs typeface="Arial"/>
              <a:sym typeface="Arial"/>
            </a:endParaRPr>
          </a:p>
        </p:txBody>
      </p:sp>
      <p:sp>
        <p:nvSpPr>
          <p:cNvPr id="7" name="Google Shape;47;p33">
            <a:extLst>
              <a:ext uri="{FF2B5EF4-FFF2-40B4-BE49-F238E27FC236}">
                <a16:creationId xmlns:a16="http://schemas.microsoft.com/office/drawing/2014/main" id="{C8603D49-C47E-24CE-447F-71F59D02B07F}"/>
              </a:ext>
            </a:extLst>
          </p:cNvPr>
          <p:cNvSpPr/>
          <p:nvPr userDrawn="1"/>
        </p:nvSpPr>
        <p:spPr>
          <a:xfrm>
            <a:off x="0" y="3269828"/>
            <a:ext cx="1567543" cy="649879"/>
          </a:xfrm>
          <a:prstGeom prst="rect">
            <a:avLst/>
          </a:prstGeom>
          <a:solidFill>
            <a:srgbClr val="009BA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s-CO" sz="1800" b="0" i="0" u="none" strike="noStrike" cap="none">
                <a:solidFill>
                  <a:schemeClr val="lt1"/>
                </a:solidFill>
                <a:latin typeface="Calibri"/>
                <a:ea typeface="Calibri"/>
                <a:cs typeface="Calibri"/>
                <a:sym typeface="Calibri"/>
              </a:rPr>
              <a:t>Contenido detallado</a:t>
            </a:r>
            <a:endParaRPr lang="es-CO" sz="1400" b="0" i="0" u="none" strike="noStrike" cap="none">
              <a:solidFill>
                <a:srgbClr val="000000"/>
              </a:solidFill>
              <a:latin typeface="Arial"/>
              <a:ea typeface="Arial"/>
              <a:cs typeface="Arial"/>
              <a:sym typeface="Arial"/>
            </a:endParaRPr>
          </a:p>
        </p:txBody>
      </p:sp>
      <p:sp>
        <p:nvSpPr>
          <p:cNvPr id="8" name="Google Shape;48;p33">
            <a:extLst>
              <a:ext uri="{FF2B5EF4-FFF2-40B4-BE49-F238E27FC236}">
                <a16:creationId xmlns:a16="http://schemas.microsoft.com/office/drawing/2014/main" id="{92D2C50B-DAC5-E75D-5DF1-987B5A59BFA9}"/>
              </a:ext>
            </a:extLst>
          </p:cNvPr>
          <p:cNvSpPr/>
          <p:nvPr userDrawn="1"/>
        </p:nvSpPr>
        <p:spPr>
          <a:xfrm>
            <a:off x="0" y="4729332"/>
            <a:ext cx="1567543" cy="45719"/>
          </a:xfrm>
          <a:prstGeom prst="rect">
            <a:avLst/>
          </a:prstGeom>
          <a:solidFill>
            <a:schemeClr val="lt1"/>
          </a:solidFill>
          <a:ln w="158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9" name="Google Shape;47;p33">
            <a:extLst>
              <a:ext uri="{FF2B5EF4-FFF2-40B4-BE49-F238E27FC236}">
                <a16:creationId xmlns:a16="http://schemas.microsoft.com/office/drawing/2014/main" id="{BC737EFF-9CA3-B472-3519-F1CF7AE08C41}"/>
              </a:ext>
            </a:extLst>
          </p:cNvPr>
          <p:cNvSpPr/>
          <p:nvPr userDrawn="1"/>
        </p:nvSpPr>
        <p:spPr>
          <a:xfrm>
            <a:off x="0" y="4079453"/>
            <a:ext cx="1567543" cy="649879"/>
          </a:xfrm>
          <a:prstGeom prst="rect">
            <a:avLst/>
          </a:prstGeom>
          <a:solidFill>
            <a:srgbClr val="009BA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s-CO" sz="1800" b="0" i="0" u="none" strike="noStrike" cap="none">
                <a:solidFill>
                  <a:schemeClr val="lt1"/>
                </a:solidFill>
                <a:latin typeface="Calibri"/>
                <a:ea typeface="Calibri"/>
                <a:cs typeface="Calibri"/>
                <a:sym typeface="Calibri"/>
              </a:rPr>
              <a:t>Evaluaciones</a:t>
            </a:r>
          </a:p>
        </p:txBody>
      </p:sp>
      <p:sp>
        <p:nvSpPr>
          <p:cNvPr id="10" name="Google Shape;48;p33">
            <a:extLst>
              <a:ext uri="{FF2B5EF4-FFF2-40B4-BE49-F238E27FC236}">
                <a16:creationId xmlns:a16="http://schemas.microsoft.com/office/drawing/2014/main" id="{3AEB224D-D25F-DA48-7FF4-DB58BCDD7D11}"/>
              </a:ext>
            </a:extLst>
          </p:cNvPr>
          <p:cNvSpPr/>
          <p:nvPr userDrawn="1"/>
        </p:nvSpPr>
        <p:spPr>
          <a:xfrm>
            <a:off x="-4763" y="5546750"/>
            <a:ext cx="1567543" cy="45719"/>
          </a:xfrm>
          <a:prstGeom prst="rect">
            <a:avLst/>
          </a:prstGeom>
          <a:solidFill>
            <a:schemeClr val="lt1"/>
          </a:solidFill>
          <a:ln w="158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1" name="Google Shape;47;p33">
            <a:extLst>
              <a:ext uri="{FF2B5EF4-FFF2-40B4-BE49-F238E27FC236}">
                <a16:creationId xmlns:a16="http://schemas.microsoft.com/office/drawing/2014/main" id="{8579CF9F-704D-758C-8988-D69FDF4944C6}"/>
              </a:ext>
            </a:extLst>
          </p:cNvPr>
          <p:cNvSpPr/>
          <p:nvPr userDrawn="1"/>
        </p:nvSpPr>
        <p:spPr>
          <a:xfrm>
            <a:off x="-4763" y="4896871"/>
            <a:ext cx="1567543" cy="649879"/>
          </a:xfrm>
          <a:prstGeom prst="rect">
            <a:avLst/>
          </a:prstGeom>
          <a:solidFill>
            <a:srgbClr val="0D324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s-CO" sz="1800" b="0" i="0" u="none" strike="noStrike" cap="none" err="1">
                <a:solidFill>
                  <a:schemeClr val="lt1"/>
                </a:solidFill>
                <a:latin typeface="Calibri"/>
                <a:ea typeface="Calibri"/>
                <a:cs typeface="Calibri"/>
                <a:sym typeface="Calibri"/>
              </a:rPr>
              <a:t>Tips</a:t>
            </a:r>
            <a:endParaRPr lang="es-CO" sz="1800" b="0" i="0" u="none" strike="noStrike" cap="none">
              <a:solidFill>
                <a:schemeClr val="lt1"/>
              </a:solidFill>
              <a:latin typeface="Calibri"/>
              <a:ea typeface="Calibri"/>
              <a:cs typeface="Calibri"/>
              <a:sym typeface="Calibri"/>
            </a:endParaRPr>
          </a:p>
        </p:txBody>
      </p:sp>
    </p:spTree>
    <p:extLst>
      <p:ext uri="{BB962C8B-B14F-4D97-AF65-F5344CB8AC3E}">
        <p14:creationId xmlns:p14="http://schemas.microsoft.com/office/powerpoint/2010/main" val="158551731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Tema 1 de 5">
    <p:bg>
      <p:bgPr>
        <a:solidFill>
          <a:schemeClr val="bg1"/>
        </a:solidFill>
        <a:effectLst/>
      </p:bgPr>
    </p:bg>
    <p:spTree>
      <p:nvGrpSpPr>
        <p:cNvPr id="1" name=""/>
        <p:cNvGrpSpPr/>
        <p:nvPr/>
      </p:nvGrpSpPr>
      <p:grpSpPr>
        <a:xfrm>
          <a:off x="0" y="0"/>
          <a:ext cx="0" cy="0"/>
          <a:chOff x="0" y="0"/>
          <a:chExt cx="0" cy="0"/>
        </a:xfrm>
      </p:grpSpPr>
      <p:sp>
        <p:nvSpPr>
          <p:cNvPr id="22" name="Rectángulo 21">
            <a:extLst>
              <a:ext uri="{FF2B5EF4-FFF2-40B4-BE49-F238E27FC236}">
                <a16:creationId xmlns:a16="http://schemas.microsoft.com/office/drawing/2014/main" id="{7B3CDB48-DCBE-4C96-96CD-319BFEF3F5D1}"/>
              </a:ext>
            </a:extLst>
          </p:cNvPr>
          <p:cNvSpPr/>
          <p:nvPr userDrawn="1"/>
        </p:nvSpPr>
        <p:spPr>
          <a:xfrm>
            <a:off x="-9526" y="0"/>
            <a:ext cx="1567543" cy="6858000"/>
          </a:xfrm>
          <a:prstGeom prst="rect">
            <a:avLst/>
          </a:prstGeom>
          <a:gradFill flip="none" rotWithShape="1">
            <a:gsLst>
              <a:gs pos="0">
                <a:schemeClr val="bg1"/>
              </a:gs>
              <a:gs pos="36000">
                <a:srgbClr val="E0E0E0"/>
              </a:gs>
              <a:gs pos="67000">
                <a:srgbClr val="C8C8C8"/>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pic>
        <p:nvPicPr>
          <p:cNvPr id="24" name="Gráfico 11">
            <a:extLst>
              <a:ext uri="{FF2B5EF4-FFF2-40B4-BE49-F238E27FC236}">
                <a16:creationId xmlns:a16="http://schemas.microsoft.com/office/drawing/2014/main" id="{01917929-CAC9-4C23-BB91-8827BDA2CAEB}"/>
              </a:ext>
            </a:extLst>
          </p:cNvPr>
          <p:cNvPicPr>
            <a:picLocks noChangeAspect="1"/>
          </p:cNvPicPr>
          <p:nvPr/>
        </p:nvPicPr>
        <p:blipFill rotWithShape="1">
          <a:blip r:embed="rId2">
            <a:alphaModFix amt="3000"/>
            <a:extLst>
              <a:ext uri="{BEBA8EAE-BF5A-486C-A8C5-ECC9F3942E4B}">
                <a14:imgProps xmlns:a14="http://schemas.microsoft.com/office/drawing/2010/main">
                  <a14:imgLayer r:embed="rId3">
                    <a14:imgEffect>
                      <a14:colorTemperature colorTemp="10702"/>
                    </a14:imgEffect>
                    <a14:imgEffect>
                      <a14:saturation sat="133000"/>
                    </a14:imgEffect>
                    <a14:imgEffect>
                      <a14:brightnessContrast contrast="-100000"/>
                    </a14:imgEffect>
                  </a14:imgLayer>
                </a14:imgProps>
              </a:ext>
            </a:extLst>
          </a:blip>
          <a:srcRect r="84162"/>
          <a:stretch/>
        </p:blipFill>
        <p:spPr>
          <a:xfrm>
            <a:off x="210" y="5304"/>
            <a:ext cx="1590466" cy="6858000"/>
          </a:xfrm>
          <a:prstGeom prst="rect">
            <a:avLst/>
          </a:prstGeom>
        </p:spPr>
      </p:pic>
      <p:sp>
        <p:nvSpPr>
          <p:cNvPr id="18" name="Google Shape;40;p33"/>
          <p:cNvSpPr txBox="1">
            <a:spLocks noGrp="1"/>
          </p:cNvSpPr>
          <p:nvPr>
            <p:ph type="title" hasCustomPrompt="1"/>
          </p:nvPr>
        </p:nvSpPr>
        <p:spPr>
          <a:xfrm>
            <a:off x="2076994" y="222069"/>
            <a:ext cx="9666016" cy="1018902"/>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4400"/>
              <a:buFont typeface="Calibri"/>
              <a:buNone/>
              <a:defRPr sz="4400" b="1">
                <a:solidFill>
                  <a:srgbClr val="009BAF"/>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s-CO"/>
              <a:t>TÍTULO</a:t>
            </a:r>
            <a:endParaRPr/>
          </a:p>
        </p:txBody>
      </p:sp>
      <p:sp>
        <p:nvSpPr>
          <p:cNvPr id="19" name="Google Shape;41;p33"/>
          <p:cNvSpPr txBox="1">
            <a:spLocks noGrp="1"/>
          </p:cNvSpPr>
          <p:nvPr>
            <p:ph type="body" idx="1"/>
          </p:nvPr>
        </p:nvSpPr>
        <p:spPr>
          <a:xfrm>
            <a:off x="2076994" y="1410789"/>
            <a:ext cx="9666016" cy="4663440"/>
          </a:xfrm>
          <a:prstGeom prst="rect">
            <a:avLst/>
          </a:prstGeom>
          <a:noFill/>
          <a:ln>
            <a:noFill/>
          </a:ln>
        </p:spPr>
        <p:txBody>
          <a:bodyPr spcFirstLastPara="1" wrap="square" lIns="91425" tIns="45700" rIns="91425" bIns="45700" anchor="t" anchorCtr="0">
            <a:normAutofit/>
          </a:bodyPr>
          <a:lstStyle>
            <a:lvl1pPr marL="457200" lvl="0" indent="-381000" algn="l">
              <a:lnSpc>
                <a:spcPct val="100000"/>
              </a:lnSpc>
              <a:spcBef>
                <a:spcPts val="480"/>
              </a:spcBef>
              <a:spcAft>
                <a:spcPts val="0"/>
              </a:spcAft>
              <a:buClr>
                <a:srgbClr val="009BAF"/>
              </a:buClr>
              <a:buSzPts val="2400"/>
              <a:buChar char="•"/>
              <a:defRPr>
                <a:latin typeface="Calibri"/>
                <a:ea typeface="Calibri"/>
                <a:cs typeface="Calibri"/>
                <a:sym typeface="Calibri"/>
              </a:defRPr>
            </a:lvl1pPr>
            <a:lvl2pPr marL="914400" lvl="1" indent="-355600" algn="l">
              <a:lnSpc>
                <a:spcPct val="100000"/>
              </a:lnSpc>
              <a:spcBef>
                <a:spcPts val="600"/>
              </a:spcBef>
              <a:spcAft>
                <a:spcPts val="0"/>
              </a:spcAft>
              <a:buSzPts val="2000"/>
              <a:buChar char="•"/>
              <a:defRPr>
                <a:latin typeface="Calibri"/>
                <a:ea typeface="Calibri"/>
                <a:cs typeface="Calibri"/>
                <a:sym typeface="Calibri"/>
              </a:defRPr>
            </a:lvl2pPr>
            <a:lvl3pPr marL="1371600" lvl="2" indent="-342900" algn="l">
              <a:lnSpc>
                <a:spcPct val="100000"/>
              </a:lnSpc>
              <a:spcBef>
                <a:spcPts val="600"/>
              </a:spcBef>
              <a:spcAft>
                <a:spcPts val="0"/>
              </a:spcAft>
              <a:buSzPts val="1800"/>
              <a:buChar char="•"/>
              <a:defRPr>
                <a:latin typeface="Calibri"/>
                <a:ea typeface="Calibri"/>
                <a:cs typeface="Calibri"/>
                <a:sym typeface="Calibri"/>
              </a:defRPr>
            </a:lvl3pPr>
            <a:lvl4pPr marL="1828800" lvl="3" indent="-330200" algn="l">
              <a:lnSpc>
                <a:spcPct val="100000"/>
              </a:lnSpc>
              <a:spcBef>
                <a:spcPts val="600"/>
              </a:spcBef>
              <a:spcAft>
                <a:spcPts val="0"/>
              </a:spcAft>
              <a:buSzPts val="1600"/>
              <a:buChar char="•"/>
              <a:defRPr>
                <a:latin typeface="Calibri"/>
                <a:ea typeface="Calibri"/>
                <a:cs typeface="Calibri"/>
                <a:sym typeface="Calibri"/>
              </a:defRPr>
            </a:lvl4pPr>
            <a:lvl5pPr marL="2286000" lvl="4" indent="-317500" algn="l">
              <a:lnSpc>
                <a:spcPct val="100000"/>
              </a:lnSpc>
              <a:spcBef>
                <a:spcPts val="600"/>
              </a:spcBef>
              <a:spcAft>
                <a:spcPts val="0"/>
              </a:spcAft>
              <a:buSzPts val="1400"/>
              <a:buChar char="•"/>
              <a:defRPr>
                <a:latin typeface="Calibri"/>
                <a:ea typeface="Calibri"/>
                <a:cs typeface="Calibri"/>
                <a:sym typeface="Calibri"/>
              </a:defRPr>
            </a:lvl5pPr>
            <a:lvl6pPr marL="2743200" lvl="5" indent="-394335" algn="l">
              <a:lnSpc>
                <a:spcPct val="100000"/>
              </a:lnSpc>
              <a:spcBef>
                <a:spcPts val="600"/>
              </a:spcBef>
              <a:spcAft>
                <a:spcPts val="0"/>
              </a:spcAft>
              <a:buSzPts val="2610"/>
              <a:buChar char="•"/>
              <a:defRPr/>
            </a:lvl6pPr>
            <a:lvl7pPr marL="3200400" lvl="6" indent="-394335" algn="l">
              <a:lnSpc>
                <a:spcPct val="100000"/>
              </a:lnSpc>
              <a:spcBef>
                <a:spcPts val="600"/>
              </a:spcBef>
              <a:spcAft>
                <a:spcPts val="0"/>
              </a:spcAft>
              <a:buSzPts val="2610"/>
              <a:buChar char="•"/>
              <a:defRPr/>
            </a:lvl7pPr>
            <a:lvl8pPr marL="3657600" lvl="7" indent="-394334" algn="l">
              <a:lnSpc>
                <a:spcPct val="100000"/>
              </a:lnSpc>
              <a:spcBef>
                <a:spcPts val="600"/>
              </a:spcBef>
              <a:spcAft>
                <a:spcPts val="0"/>
              </a:spcAft>
              <a:buSzPts val="2610"/>
              <a:buChar char="•"/>
              <a:defRPr/>
            </a:lvl8pPr>
            <a:lvl9pPr marL="4114800" lvl="8" indent="-394334" algn="l">
              <a:lnSpc>
                <a:spcPct val="100000"/>
              </a:lnSpc>
              <a:spcBef>
                <a:spcPts val="600"/>
              </a:spcBef>
              <a:spcAft>
                <a:spcPts val="600"/>
              </a:spcAft>
              <a:buSzPts val="2610"/>
              <a:buChar char="•"/>
              <a:defRPr/>
            </a:lvl9pPr>
          </a:lstStyle>
          <a:p>
            <a:pPr lvl="0"/>
            <a:r>
              <a:rPr lang="es-ES"/>
              <a:t>Editar el estilo de texto del patrón</a:t>
            </a:r>
          </a:p>
        </p:txBody>
      </p:sp>
      <p:sp>
        <p:nvSpPr>
          <p:cNvPr id="21" name="Google Shape;44;p33"/>
          <p:cNvSpPr/>
          <p:nvPr/>
        </p:nvSpPr>
        <p:spPr>
          <a:xfrm>
            <a:off x="0" y="2510553"/>
            <a:ext cx="1567543" cy="45719"/>
          </a:xfrm>
          <a:prstGeom prst="rect">
            <a:avLst/>
          </a:prstGeom>
          <a:solidFill>
            <a:schemeClr val="lt1"/>
          </a:solidFill>
          <a:ln w="158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3" name="Google Shape;46;p33"/>
          <p:cNvSpPr/>
          <p:nvPr/>
        </p:nvSpPr>
        <p:spPr>
          <a:xfrm>
            <a:off x="0" y="3326986"/>
            <a:ext cx="1567543" cy="45719"/>
          </a:xfrm>
          <a:prstGeom prst="rect">
            <a:avLst/>
          </a:prstGeom>
          <a:solidFill>
            <a:schemeClr val="lt1"/>
          </a:solidFill>
          <a:ln w="158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5" name="Google Shape;48;p33"/>
          <p:cNvSpPr/>
          <p:nvPr/>
        </p:nvSpPr>
        <p:spPr>
          <a:xfrm>
            <a:off x="0" y="4135431"/>
            <a:ext cx="1567543" cy="45719"/>
          </a:xfrm>
          <a:prstGeom prst="rect">
            <a:avLst/>
          </a:prstGeom>
          <a:solidFill>
            <a:schemeClr val="lt1"/>
          </a:solidFill>
          <a:ln w="158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6" name="Google Shape;38;p32">
            <a:extLst>
              <a:ext uri="{FF2B5EF4-FFF2-40B4-BE49-F238E27FC236}">
                <a16:creationId xmlns:a16="http://schemas.microsoft.com/office/drawing/2014/main" id="{3BADBE63-7757-4E76-8885-C6A2C7D40C63}"/>
              </a:ext>
            </a:extLst>
          </p:cNvPr>
          <p:cNvSpPr txBox="1">
            <a:spLocks noGrp="1"/>
          </p:cNvSpPr>
          <p:nvPr>
            <p:ph type="sldNum" idx="12"/>
          </p:nvPr>
        </p:nvSpPr>
        <p:spPr>
          <a:xfrm>
            <a:off x="11714226" y="6537426"/>
            <a:ext cx="471056" cy="309420"/>
          </a:xfrm>
          <a:prstGeom prst="rect">
            <a:avLst/>
          </a:prstGeom>
          <a:noFill/>
          <a:ln w="9525" cap="rnd" cmpd="sng">
            <a:noFill/>
            <a:prstDash val="solid"/>
            <a:round/>
            <a:headEnd type="none" w="sm" len="sm"/>
            <a:tailEnd type="none" w="sm" len="sm"/>
          </a:ln>
        </p:spPr>
        <p:txBody>
          <a:bodyPr spcFirstLastPara="1" wrap="square" lIns="91425" tIns="45700" rIns="91425" bIns="45700" anchor="ctr" anchorCtr="0">
            <a:noAutofit/>
          </a:bodyPr>
          <a:lstStyle>
            <a:lvl1pPr marL="0" marR="0" lvl="0"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1pPr>
            <a:lvl2pPr marL="0" marR="0" lvl="1"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2pPr>
            <a:lvl3pPr marL="0" marR="0" lvl="2"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3pPr>
            <a:lvl4pPr marL="0" marR="0" lvl="3"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4pPr>
            <a:lvl5pPr marL="0" marR="0" lvl="4"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5pPr>
            <a:lvl6pPr marL="0" marR="0" lvl="5"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6pPr>
            <a:lvl7pPr marL="0" marR="0" lvl="6"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7pPr>
            <a:lvl8pPr marL="0" marR="0" lvl="7"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8pPr>
            <a:lvl9pPr marL="0" marR="0" lvl="8"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CO" smtClean="0"/>
              <a:t>‹Nº›</a:t>
            </a:fld>
            <a:endParaRPr lang="es-CO"/>
          </a:p>
        </p:txBody>
      </p:sp>
      <p:sp>
        <p:nvSpPr>
          <p:cNvPr id="15" name="Google Shape;43;p33"/>
          <p:cNvSpPr/>
          <p:nvPr/>
        </p:nvSpPr>
        <p:spPr>
          <a:xfrm>
            <a:off x="0" y="1860674"/>
            <a:ext cx="1567543" cy="649879"/>
          </a:xfrm>
          <a:prstGeom prst="rect">
            <a:avLst/>
          </a:prstGeom>
          <a:solidFill>
            <a:srgbClr val="0D324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s-CO" sz="1800" b="0" i="0" u="none" strike="noStrike" cap="none">
                <a:solidFill>
                  <a:schemeClr val="lt1"/>
                </a:solidFill>
                <a:latin typeface="Calibri"/>
                <a:ea typeface="Calibri"/>
                <a:cs typeface="Calibri"/>
                <a:sym typeface="Calibri"/>
              </a:rPr>
              <a:t>Introducción</a:t>
            </a:r>
            <a:endParaRPr lang="es-CO" sz="1400" b="0" i="0" u="none" strike="noStrike" cap="none">
              <a:solidFill>
                <a:srgbClr val="000000"/>
              </a:solidFill>
              <a:latin typeface="Arial"/>
              <a:ea typeface="Arial"/>
              <a:cs typeface="Arial"/>
              <a:sym typeface="Arial"/>
            </a:endParaRPr>
          </a:p>
        </p:txBody>
      </p:sp>
      <p:sp>
        <p:nvSpPr>
          <p:cNvPr id="16" name="Google Shape;45;p33"/>
          <p:cNvSpPr/>
          <p:nvPr/>
        </p:nvSpPr>
        <p:spPr>
          <a:xfrm>
            <a:off x="0" y="2677107"/>
            <a:ext cx="1567543" cy="649879"/>
          </a:xfrm>
          <a:prstGeom prst="rect">
            <a:avLst/>
          </a:prstGeom>
          <a:solidFill>
            <a:srgbClr val="009BA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s-CO" sz="1800" b="0" i="0" u="none" strike="noStrike" cap="none">
                <a:solidFill>
                  <a:schemeClr val="lt1"/>
                </a:solidFill>
                <a:latin typeface="Calibri"/>
                <a:ea typeface="Calibri"/>
                <a:cs typeface="Calibri"/>
                <a:sym typeface="Calibri"/>
              </a:rPr>
              <a:t>Variables booleanas</a:t>
            </a:r>
            <a:endParaRPr sz="1400" b="0" i="0" u="none" strike="noStrike" cap="none">
              <a:solidFill>
                <a:srgbClr val="000000"/>
              </a:solidFill>
              <a:latin typeface="Arial"/>
              <a:ea typeface="Arial"/>
              <a:cs typeface="Arial"/>
              <a:sym typeface="Arial"/>
            </a:endParaRPr>
          </a:p>
        </p:txBody>
      </p:sp>
      <p:sp>
        <p:nvSpPr>
          <p:cNvPr id="27" name="Google Shape;47;p33"/>
          <p:cNvSpPr/>
          <p:nvPr/>
        </p:nvSpPr>
        <p:spPr>
          <a:xfrm>
            <a:off x="0" y="3485552"/>
            <a:ext cx="1567543" cy="649879"/>
          </a:xfrm>
          <a:prstGeom prst="rect">
            <a:avLst/>
          </a:prstGeom>
          <a:solidFill>
            <a:srgbClr val="009BA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s-CO" sz="1800" b="0" i="0" u="none" strike="noStrike" cap="none">
                <a:solidFill>
                  <a:schemeClr val="lt1"/>
                </a:solidFill>
                <a:latin typeface="Calibri"/>
                <a:ea typeface="Calibri"/>
                <a:cs typeface="Calibri"/>
                <a:sym typeface="Calibri"/>
              </a:rPr>
              <a:t>Operadores de comparación</a:t>
            </a:r>
            <a:endParaRPr sz="1400" b="0" i="0" u="none" strike="noStrike" cap="none">
              <a:solidFill>
                <a:srgbClr val="000000"/>
              </a:solidFill>
              <a:latin typeface="Arial"/>
              <a:ea typeface="Arial"/>
              <a:cs typeface="Arial"/>
              <a:sym typeface="Arial"/>
            </a:endParaRPr>
          </a:p>
        </p:txBody>
      </p:sp>
      <p:sp>
        <p:nvSpPr>
          <p:cNvPr id="12" name="Google Shape;48;p33"/>
          <p:cNvSpPr/>
          <p:nvPr/>
        </p:nvSpPr>
        <p:spPr>
          <a:xfrm>
            <a:off x="0" y="4945056"/>
            <a:ext cx="1567543" cy="45719"/>
          </a:xfrm>
          <a:prstGeom prst="rect">
            <a:avLst/>
          </a:prstGeom>
          <a:solidFill>
            <a:schemeClr val="lt1"/>
          </a:solidFill>
          <a:ln w="158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3" name="Google Shape;47;p33"/>
          <p:cNvSpPr/>
          <p:nvPr/>
        </p:nvSpPr>
        <p:spPr>
          <a:xfrm>
            <a:off x="0" y="4295177"/>
            <a:ext cx="1567543" cy="649879"/>
          </a:xfrm>
          <a:prstGeom prst="rect">
            <a:avLst/>
          </a:prstGeom>
          <a:solidFill>
            <a:srgbClr val="009BA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s-CO" sz="1800" b="0" i="0" u="none" strike="noStrike" cap="none">
                <a:solidFill>
                  <a:schemeClr val="lt1"/>
                </a:solidFill>
                <a:latin typeface="Calibri"/>
                <a:ea typeface="Calibri"/>
                <a:cs typeface="Calibri"/>
                <a:sym typeface="Calibri"/>
              </a:rPr>
              <a:t>Operadores lógicos</a:t>
            </a:r>
            <a:endParaRPr sz="1400" b="0" i="0" u="none" strike="noStrike" cap="none">
              <a:solidFill>
                <a:srgbClr val="000000"/>
              </a:solidFill>
              <a:latin typeface="Arial"/>
              <a:ea typeface="Arial"/>
              <a:cs typeface="Arial"/>
              <a:sym typeface="Arial"/>
            </a:endParaRPr>
          </a:p>
        </p:txBody>
      </p:sp>
      <p:sp>
        <p:nvSpPr>
          <p:cNvPr id="14" name="Google Shape;48;p33"/>
          <p:cNvSpPr/>
          <p:nvPr/>
        </p:nvSpPr>
        <p:spPr>
          <a:xfrm>
            <a:off x="10882" y="5739712"/>
            <a:ext cx="1567543" cy="45719"/>
          </a:xfrm>
          <a:prstGeom prst="rect">
            <a:avLst/>
          </a:prstGeom>
          <a:solidFill>
            <a:schemeClr val="lt1"/>
          </a:solidFill>
          <a:ln w="158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0" name="Google Shape;47;p33"/>
          <p:cNvSpPr/>
          <p:nvPr/>
        </p:nvSpPr>
        <p:spPr>
          <a:xfrm>
            <a:off x="10882" y="5089833"/>
            <a:ext cx="1567543" cy="649879"/>
          </a:xfrm>
          <a:prstGeom prst="rect">
            <a:avLst/>
          </a:prstGeom>
          <a:solidFill>
            <a:srgbClr val="009BA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s-CO" sz="1800" b="0" i="0" u="none" strike="noStrike" cap="none" err="1">
                <a:solidFill>
                  <a:schemeClr val="lt1"/>
                </a:solidFill>
                <a:latin typeface="Calibri"/>
                <a:ea typeface="Calibri"/>
                <a:cs typeface="Calibri"/>
                <a:sym typeface="Calibri"/>
              </a:rPr>
              <a:t>If-then</a:t>
            </a:r>
            <a:endParaRPr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28756625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Tema 2 de 5">
    <p:bg>
      <p:bgPr>
        <a:solidFill>
          <a:schemeClr val="bg1"/>
        </a:solidFill>
        <a:effectLst/>
      </p:bgPr>
    </p:bg>
    <p:spTree>
      <p:nvGrpSpPr>
        <p:cNvPr id="1" name=""/>
        <p:cNvGrpSpPr/>
        <p:nvPr/>
      </p:nvGrpSpPr>
      <p:grpSpPr>
        <a:xfrm>
          <a:off x="0" y="0"/>
          <a:ext cx="0" cy="0"/>
          <a:chOff x="0" y="0"/>
          <a:chExt cx="0" cy="0"/>
        </a:xfrm>
      </p:grpSpPr>
      <p:sp>
        <p:nvSpPr>
          <p:cNvPr id="22" name="Rectángulo 21">
            <a:extLst>
              <a:ext uri="{FF2B5EF4-FFF2-40B4-BE49-F238E27FC236}">
                <a16:creationId xmlns:a16="http://schemas.microsoft.com/office/drawing/2014/main" id="{7B3CDB48-DCBE-4C96-96CD-319BFEF3F5D1}"/>
              </a:ext>
            </a:extLst>
          </p:cNvPr>
          <p:cNvSpPr/>
          <p:nvPr/>
        </p:nvSpPr>
        <p:spPr>
          <a:xfrm>
            <a:off x="-9526" y="0"/>
            <a:ext cx="1567543" cy="6858000"/>
          </a:xfrm>
          <a:prstGeom prst="rect">
            <a:avLst/>
          </a:prstGeom>
          <a:gradFill flip="none" rotWithShape="1">
            <a:gsLst>
              <a:gs pos="0">
                <a:schemeClr val="bg1"/>
              </a:gs>
              <a:gs pos="36000">
                <a:srgbClr val="E0E0E0"/>
              </a:gs>
              <a:gs pos="67000">
                <a:srgbClr val="C8C8C8"/>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pic>
        <p:nvPicPr>
          <p:cNvPr id="24" name="Gráfico 11">
            <a:extLst>
              <a:ext uri="{FF2B5EF4-FFF2-40B4-BE49-F238E27FC236}">
                <a16:creationId xmlns:a16="http://schemas.microsoft.com/office/drawing/2014/main" id="{01917929-CAC9-4C23-BB91-8827BDA2CAEB}"/>
              </a:ext>
            </a:extLst>
          </p:cNvPr>
          <p:cNvPicPr>
            <a:picLocks noChangeAspect="1"/>
          </p:cNvPicPr>
          <p:nvPr/>
        </p:nvPicPr>
        <p:blipFill rotWithShape="1">
          <a:blip r:embed="rId2">
            <a:alphaModFix amt="3000"/>
            <a:extLst>
              <a:ext uri="{BEBA8EAE-BF5A-486C-A8C5-ECC9F3942E4B}">
                <a14:imgProps xmlns:a14="http://schemas.microsoft.com/office/drawing/2010/main">
                  <a14:imgLayer r:embed="rId3">
                    <a14:imgEffect>
                      <a14:colorTemperature colorTemp="10702"/>
                    </a14:imgEffect>
                    <a14:imgEffect>
                      <a14:saturation sat="133000"/>
                    </a14:imgEffect>
                    <a14:imgEffect>
                      <a14:brightnessContrast contrast="-100000"/>
                    </a14:imgEffect>
                  </a14:imgLayer>
                </a14:imgProps>
              </a:ext>
            </a:extLst>
          </a:blip>
          <a:srcRect r="84162"/>
          <a:stretch/>
        </p:blipFill>
        <p:spPr>
          <a:xfrm>
            <a:off x="210" y="5304"/>
            <a:ext cx="1590466" cy="6858000"/>
          </a:xfrm>
          <a:prstGeom prst="rect">
            <a:avLst/>
          </a:prstGeom>
        </p:spPr>
      </p:pic>
      <p:sp>
        <p:nvSpPr>
          <p:cNvPr id="18" name="Google Shape;40;p33"/>
          <p:cNvSpPr txBox="1">
            <a:spLocks noGrp="1"/>
          </p:cNvSpPr>
          <p:nvPr>
            <p:ph type="title" hasCustomPrompt="1"/>
          </p:nvPr>
        </p:nvSpPr>
        <p:spPr>
          <a:xfrm>
            <a:off x="2076994" y="222069"/>
            <a:ext cx="9666016" cy="1018902"/>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4400"/>
              <a:buFont typeface="Calibri"/>
              <a:buNone/>
              <a:defRPr sz="4400" b="1">
                <a:solidFill>
                  <a:srgbClr val="009BAF"/>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s-CO"/>
              <a:t>TÍTULO</a:t>
            </a:r>
            <a:endParaRPr/>
          </a:p>
        </p:txBody>
      </p:sp>
      <p:sp>
        <p:nvSpPr>
          <p:cNvPr id="19" name="Google Shape;41;p33"/>
          <p:cNvSpPr txBox="1">
            <a:spLocks noGrp="1"/>
          </p:cNvSpPr>
          <p:nvPr>
            <p:ph type="body" idx="1"/>
          </p:nvPr>
        </p:nvSpPr>
        <p:spPr>
          <a:xfrm>
            <a:off x="2076994" y="1410789"/>
            <a:ext cx="9666016" cy="4663440"/>
          </a:xfrm>
          <a:prstGeom prst="rect">
            <a:avLst/>
          </a:prstGeom>
          <a:noFill/>
          <a:ln>
            <a:noFill/>
          </a:ln>
        </p:spPr>
        <p:txBody>
          <a:bodyPr spcFirstLastPara="1" wrap="square" lIns="91425" tIns="45700" rIns="91425" bIns="45700" anchor="t" anchorCtr="0">
            <a:normAutofit/>
          </a:bodyPr>
          <a:lstStyle>
            <a:lvl1pPr marL="457200" lvl="0" indent="-381000" algn="l">
              <a:lnSpc>
                <a:spcPct val="100000"/>
              </a:lnSpc>
              <a:spcBef>
                <a:spcPts val="480"/>
              </a:spcBef>
              <a:spcAft>
                <a:spcPts val="0"/>
              </a:spcAft>
              <a:buClr>
                <a:srgbClr val="009BAF"/>
              </a:buClr>
              <a:buSzPts val="2400"/>
              <a:buChar char="•"/>
              <a:defRPr>
                <a:latin typeface="Calibri"/>
                <a:ea typeface="Calibri"/>
                <a:cs typeface="Calibri"/>
                <a:sym typeface="Calibri"/>
              </a:defRPr>
            </a:lvl1pPr>
            <a:lvl2pPr marL="914400" lvl="1" indent="-355600" algn="l">
              <a:lnSpc>
                <a:spcPct val="100000"/>
              </a:lnSpc>
              <a:spcBef>
                <a:spcPts val="600"/>
              </a:spcBef>
              <a:spcAft>
                <a:spcPts val="0"/>
              </a:spcAft>
              <a:buSzPts val="2000"/>
              <a:buChar char="•"/>
              <a:defRPr>
                <a:latin typeface="Calibri"/>
                <a:ea typeface="Calibri"/>
                <a:cs typeface="Calibri"/>
                <a:sym typeface="Calibri"/>
              </a:defRPr>
            </a:lvl2pPr>
            <a:lvl3pPr marL="1371600" lvl="2" indent="-342900" algn="l">
              <a:lnSpc>
                <a:spcPct val="100000"/>
              </a:lnSpc>
              <a:spcBef>
                <a:spcPts val="600"/>
              </a:spcBef>
              <a:spcAft>
                <a:spcPts val="0"/>
              </a:spcAft>
              <a:buSzPts val="1800"/>
              <a:buChar char="•"/>
              <a:defRPr>
                <a:latin typeface="Calibri"/>
                <a:ea typeface="Calibri"/>
                <a:cs typeface="Calibri"/>
                <a:sym typeface="Calibri"/>
              </a:defRPr>
            </a:lvl3pPr>
            <a:lvl4pPr marL="1828800" lvl="3" indent="-330200" algn="l">
              <a:lnSpc>
                <a:spcPct val="100000"/>
              </a:lnSpc>
              <a:spcBef>
                <a:spcPts val="600"/>
              </a:spcBef>
              <a:spcAft>
                <a:spcPts val="0"/>
              </a:spcAft>
              <a:buSzPts val="1600"/>
              <a:buChar char="•"/>
              <a:defRPr>
                <a:latin typeface="Calibri"/>
                <a:ea typeface="Calibri"/>
                <a:cs typeface="Calibri"/>
                <a:sym typeface="Calibri"/>
              </a:defRPr>
            </a:lvl4pPr>
            <a:lvl5pPr marL="2286000" lvl="4" indent="-317500" algn="l">
              <a:lnSpc>
                <a:spcPct val="100000"/>
              </a:lnSpc>
              <a:spcBef>
                <a:spcPts val="600"/>
              </a:spcBef>
              <a:spcAft>
                <a:spcPts val="0"/>
              </a:spcAft>
              <a:buSzPts val="1400"/>
              <a:buChar char="•"/>
              <a:defRPr>
                <a:latin typeface="Calibri"/>
                <a:ea typeface="Calibri"/>
                <a:cs typeface="Calibri"/>
                <a:sym typeface="Calibri"/>
              </a:defRPr>
            </a:lvl5pPr>
            <a:lvl6pPr marL="2743200" lvl="5" indent="-394335" algn="l">
              <a:lnSpc>
                <a:spcPct val="100000"/>
              </a:lnSpc>
              <a:spcBef>
                <a:spcPts val="600"/>
              </a:spcBef>
              <a:spcAft>
                <a:spcPts val="0"/>
              </a:spcAft>
              <a:buSzPts val="2610"/>
              <a:buChar char="•"/>
              <a:defRPr/>
            </a:lvl6pPr>
            <a:lvl7pPr marL="3200400" lvl="6" indent="-394335" algn="l">
              <a:lnSpc>
                <a:spcPct val="100000"/>
              </a:lnSpc>
              <a:spcBef>
                <a:spcPts val="600"/>
              </a:spcBef>
              <a:spcAft>
                <a:spcPts val="0"/>
              </a:spcAft>
              <a:buSzPts val="2610"/>
              <a:buChar char="•"/>
              <a:defRPr/>
            </a:lvl7pPr>
            <a:lvl8pPr marL="3657600" lvl="7" indent="-394334" algn="l">
              <a:lnSpc>
                <a:spcPct val="100000"/>
              </a:lnSpc>
              <a:spcBef>
                <a:spcPts val="600"/>
              </a:spcBef>
              <a:spcAft>
                <a:spcPts val="0"/>
              </a:spcAft>
              <a:buSzPts val="2610"/>
              <a:buChar char="•"/>
              <a:defRPr/>
            </a:lvl8pPr>
            <a:lvl9pPr marL="4114800" lvl="8" indent="-394334" algn="l">
              <a:lnSpc>
                <a:spcPct val="100000"/>
              </a:lnSpc>
              <a:spcBef>
                <a:spcPts val="600"/>
              </a:spcBef>
              <a:spcAft>
                <a:spcPts val="600"/>
              </a:spcAft>
              <a:buSzPts val="2610"/>
              <a:buChar char="•"/>
              <a:defRPr/>
            </a:lvl9pPr>
          </a:lstStyle>
          <a:p>
            <a:pPr lvl="0"/>
            <a:r>
              <a:rPr lang="es-ES"/>
              <a:t>Editar el estilo de texto del patrón</a:t>
            </a:r>
          </a:p>
        </p:txBody>
      </p:sp>
      <p:sp>
        <p:nvSpPr>
          <p:cNvPr id="21" name="Google Shape;44;p33"/>
          <p:cNvSpPr/>
          <p:nvPr/>
        </p:nvSpPr>
        <p:spPr>
          <a:xfrm>
            <a:off x="0" y="2510553"/>
            <a:ext cx="1567543" cy="45719"/>
          </a:xfrm>
          <a:prstGeom prst="rect">
            <a:avLst/>
          </a:prstGeom>
          <a:solidFill>
            <a:schemeClr val="lt1"/>
          </a:solidFill>
          <a:ln w="158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3" name="Google Shape;46;p33"/>
          <p:cNvSpPr/>
          <p:nvPr/>
        </p:nvSpPr>
        <p:spPr>
          <a:xfrm>
            <a:off x="0" y="3326986"/>
            <a:ext cx="1567543" cy="45719"/>
          </a:xfrm>
          <a:prstGeom prst="rect">
            <a:avLst/>
          </a:prstGeom>
          <a:solidFill>
            <a:schemeClr val="lt1"/>
          </a:solidFill>
          <a:ln w="158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5" name="Google Shape;48;p33"/>
          <p:cNvSpPr/>
          <p:nvPr/>
        </p:nvSpPr>
        <p:spPr>
          <a:xfrm>
            <a:off x="0" y="4135431"/>
            <a:ext cx="1567543" cy="45719"/>
          </a:xfrm>
          <a:prstGeom prst="rect">
            <a:avLst/>
          </a:prstGeom>
          <a:solidFill>
            <a:schemeClr val="lt1"/>
          </a:solidFill>
          <a:ln w="158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6" name="Google Shape;38;p32">
            <a:extLst>
              <a:ext uri="{FF2B5EF4-FFF2-40B4-BE49-F238E27FC236}">
                <a16:creationId xmlns:a16="http://schemas.microsoft.com/office/drawing/2014/main" id="{3BADBE63-7757-4E76-8885-C6A2C7D40C63}"/>
              </a:ext>
            </a:extLst>
          </p:cNvPr>
          <p:cNvSpPr txBox="1">
            <a:spLocks noGrp="1"/>
          </p:cNvSpPr>
          <p:nvPr>
            <p:ph type="sldNum" idx="12"/>
          </p:nvPr>
        </p:nvSpPr>
        <p:spPr>
          <a:xfrm>
            <a:off x="11714226" y="6537426"/>
            <a:ext cx="471056" cy="309420"/>
          </a:xfrm>
          <a:prstGeom prst="rect">
            <a:avLst/>
          </a:prstGeom>
          <a:noFill/>
          <a:ln w="9525" cap="rnd" cmpd="sng">
            <a:noFill/>
            <a:prstDash val="solid"/>
            <a:round/>
            <a:headEnd type="none" w="sm" len="sm"/>
            <a:tailEnd type="none" w="sm" len="sm"/>
          </a:ln>
        </p:spPr>
        <p:txBody>
          <a:bodyPr spcFirstLastPara="1" wrap="square" lIns="91425" tIns="45700" rIns="91425" bIns="45700" anchor="ctr" anchorCtr="0">
            <a:noAutofit/>
          </a:bodyPr>
          <a:lstStyle>
            <a:lvl1pPr marL="0" marR="0" lvl="0"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1pPr>
            <a:lvl2pPr marL="0" marR="0" lvl="1"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2pPr>
            <a:lvl3pPr marL="0" marR="0" lvl="2"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3pPr>
            <a:lvl4pPr marL="0" marR="0" lvl="3"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4pPr>
            <a:lvl5pPr marL="0" marR="0" lvl="4"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5pPr>
            <a:lvl6pPr marL="0" marR="0" lvl="5"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6pPr>
            <a:lvl7pPr marL="0" marR="0" lvl="6"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7pPr>
            <a:lvl8pPr marL="0" marR="0" lvl="7"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8pPr>
            <a:lvl9pPr marL="0" marR="0" lvl="8"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CO" smtClean="0"/>
              <a:t>‹Nº›</a:t>
            </a:fld>
            <a:endParaRPr lang="es-CO"/>
          </a:p>
        </p:txBody>
      </p:sp>
      <p:sp>
        <p:nvSpPr>
          <p:cNvPr id="15" name="Google Shape;43;p33"/>
          <p:cNvSpPr/>
          <p:nvPr/>
        </p:nvSpPr>
        <p:spPr>
          <a:xfrm>
            <a:off x="0" y="1860674"/>
            <a:ext cx="1567543" cy="649879"/>
          </a:xfrm>
          <a:prstGeom prst="rect">
            <a:avLst/>
          </a:prstGeom>
          <a:solidFill>
            <a:srgbClr val="009BA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s-CO" sz="1800" b="0" i="0" u="none" strike="noStrike" cap="none">
                <a:solidFill>
                  <a:schemeClr val="lt1"/>
                </a:solidFill>
                <a:latin typeface="Calibri"/>
                <a:ea typeface="Calibri"/>
                <a:cs typeface="Calibri"/>
                <a:sym typeface="Calibri"/>
              </a:rPr>
              <a:t>Introducción</a:t>
            </a:r>
            <a:endParaRPr sz="1400" b="0" i="0" u="none" strike="noStrike" cap="none">
              <a:solidFill>
                <a:srgbClr val="000000"/>
              </a:solidFill>
              <a:latin typeface="Arial"/>
              <a:ea typeface="Arial"/>
              <a:cs typeface="Arial"/>
              <a:sym typeface="Arial"/>
            </a:endParaRPr>
          </a:p>
        </p:txBody>
      </p:sp>
      <p:sp>
        <p:nvSpPr>
          <p:cNvPr id="16" name="Google Shape;45;p33"/>
          <p:cNvSpPr/>
          <p:nvPr/>
        </p:nvSpPr>
        <p:spPr>
          <a:xfrm>
            <a:off x="0" y="2677107"/>
            <a:ext cx="1567543" cy="649879"/>
          </a:xfrm>
          <a:prstGeom prst="rect">
            <a:avLst/>
          </a:prstGeom>
          <a:solidFill>
            <a:srgbClr val="0D324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s-CO" sz="1800" b="0" i="0" u="none" strike="noStrike" cap="none">
                <a:solidFill>
                  <a:schemeClr val="lt1"/>
                </a:solidFill>
                <a:latin typeface="Calibri"/>
                <a:ea typeface="Calibri"/>
                <a:cs typeface="Calibri"/>
                <a:sym typeface="Calibri"/>
              </a:rPr>
              <a:t>Variables booleanas</a:t>
            </a:r>
            <a:endParaRPr sz="1400" b="0" i="0" u="none" strike="noStrike" cap="none">
              <a:solidFill>
                <a:srgbClr val="000000"/>
              </a:solidFill>
              <a:latin typeface="Arial"/>
              <a:ea typeface="Arial"/>
              <a:cs typeface="Arial"/>
              <a:sym typeface="Arial"/>
            </a:endParaRPr>
          </a:p>
        </p:txBody>
      </p:sp>
      <p:sp>
        <p:nvSpPr>
          <p:cNvPr id="27" name="Google Shape;47;p33"/>
          <p:cNvSpPr/>
          <p:nvPr/>
        </p:nvSpPr>
        <p:spPr>
          <a:xfrm>
            <a:off x="0" y="3485552"/>
            <a:ext cx="1567543" cy="649879"/>
          </a:xfrm>
          <a:prstGeom prst="rect">
            <a:avLst/>
          </a:prstGeom>
          <a:solidFill>
            <a:srgbClr val="009BA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s-CO" sz="1800" b="0" i="0" u="none" strike="noStrike" cap="none">
                <a:solidFill>
                  <a:schemeClr val="lt1"/>
                </a:solidFill>
                <a:latin typeface="Calibri"/>
                <a:ea typeface="Calibri"/>
                <a:cs typeface="Calibri"/>
                <a:sym typeface="Calibri"/>
              </a:rPr>
              <a:t>Operadores de comparación</a:t>
            </a:r>
            <a:endParaRPr sz="1400" b="0" i="0" u="none" strike="noStrike" cap="none">
              <a:solidFill>
                <a:srgbClr val="000000"/>
              </a:solidFill>
              <a:latin typeface="Arial"/>
              <a:ea typeface="Arial"/>
              <a:cs typeface="Arial"/>
              <a:sym typeface="Arial"/>
            </a:endParaRPr>
          </a:p>
        </p:txBody>
      </p:sp>
      <p:sp>
        <p:nvSpPr>
          <p:cNvPr id="12" name="Google Shape;48;p33"/>
          <p:cNvSpPr/>
          <p:nvPr/>
        </p:nvSpPr>
        <p:spPr>
          <a:xfrm>
            <a:off x="0" y="4945056"/>
            <a:ext cx="1567543" cy="45719"/>
          </a:xfrm>
          <a:prstGeom prst="rect">
            <a:avLst/>
          </a:prstGeom>
          <a:solidFill>
            <a:schemeClr val="lt1"/>
          </a:solidFill>
          <a:ln w="158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3" name="Google Shape;47;p33"/>
          <p:cNvSpPr/>
          <p:nvPr/>
        </p:nvSpPr>
        <p:spPr>
          <a:xfrm>
            <a:off x="0" y="4295177"/>
            <a:ext cx="1567543" cy="649879"/>
          </a:xfrm>
          <a:prstGeom prst="rect">
            <a:avLst/>
          </a:prstGeom>
          <a:solidFill>
            <a:srgbClr val="009BA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s-CO" sz="1800" b="0" i="0" u="none" strike="noStrike" cap="none">
                <a:solidFill>
                  <a:schemeClr val="lt1"/>
                </a:solidFill>
                <a:latin typeface="Calibri"/>
                <a:ea typeface="Calibri"/>
                <a:cs typeface="Calibri"/>
                <a:sym typeface="Calibri"/>
              </a:rPr>
              <a:t>Operadores lógicos</a:t>
            </a:r>
            <a:endParaRPr sz="1400" b="0" i="0" u="none" strike="noStrike" cap="none">
              <a:solidFill>
                <a:srgbClr val="000000"/>
              </a:solidFill>
              <a:latin typeface="Arial"/>
              <a:ea typeface="Arial"/>
              <a:cs typeface="Arial"/>
              <a:sym typeface="Arial"/>
            </a:endParaRPr>
          </a:p>
        </p:txBody>
      </p:sp>
      <p:sp>
        <p:nvSpPr>
          <p:cNvPr id="14" name="Google Shape;48;p33"/>
          <p:cNvSpPr/>
          <p:nvPr/>
        </p:nvSpPr>
        <p:spPr>
          <a:xfrm>
            <a:off x="10882" y="5739712"/>
            <a:ext cx="1567543" cy="45719"/>
          </a:xfrm>
          <a:prstGeom prst="rect">
            <a:avLst/>
          </a:prstGeom>
          <a:solidFill>
            <a:schemeClr val="lt1"/>
          </a:solidFill>
          <a:ln w="158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0" name="Google Shape;47;p33"/>
          <p:cNvSpPr/>
          <p:nvPr/>
        </p:nvSpPr>
        <p:spPr>
          <a:xfrm>
            <a:off x="10882" y="5089833"/>
            <a:ext cx="1567543" cy="649879"/>
          </a:xfrm>
          <a:prstGeom prst="rect">
            <a:avLst/>
          </a:prstGeom>
          <a:solidFill>
            <a:srgbClr val="009BA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s-CO" sz="1800" b="0" i="0" u="none" strike="noStrike" cap="none" err="1">
                <a:solidFill>
                  <a:schemeClr val="lt1"/>
                </a:solidFill>
                <a:latin typeface="Calibri"/>
                <a:ea typeface="Calibri"/>
                <a:cs typeface="Calibri"/>
                <a:sym typeface="Calibri"/>
              </a:rPr>
              <a:t>If-then</a:t>
            </a:r>
            <a:endParaRPr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27735174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ema 3 de 5">
    <p:bg>
      <p:bgPr>
        <a:solidFill>
          <a:schemeClr val="bg1"/>
        </a:solidFill>
        <a:effectLst/>
      </p:bgPr>
    </p:bg>
    <p:spTree>
      <p:nvGrpSpPr>
        <p:cNvPr id="1" name=""/>
        <p:cNvGrpSpPr/>
        <p:nvPr/>
      </p:nvGrpSpPr>
      <p:grpSpPr>
        <a:xfrm>
          <a:off x="0" y="0"/>
          <a:ext cx="0" cy="0"/>
          <a:chOff x="0" y="0"/>
          <a:chExt cx="0" cy="0"/>
        </a:xfrm>
      </p:grpSpPr>
      <p:sp>
        <p:nvSpPr>
          <p:cNvPr id="22" name="Rectángulo 21">
            <a:extLst>
              <a:ext uri="{FF2B5EF4-FFF2-40B4-BE49-F238E27FC236}">
                <a16:creationId xmlns:a16="http://schemas.microsoft.com/office/drawing/2014/main" id="{7B3CDB48-DCBE-4C96-96CD-319BFEF3F5D1}"/>
              </a:ext>
            </a:extLst>
          </p:cNvPr>
          <p:cNvSpPr/>
          <p:nvPr/>
        </p:nvSpPr>
        <p:spPr>
          <a:xfrm>
            <a:off x="-9526" y="0"/>
            <a:ext cx="1567543" cy="6858000"/>
          </a:xfrm>
          <a:prstGeom prst="rect">
            <a:avLst/>
          </a:prstGeom>
          <a:gradFill flip="none" rotWithShape="1">
            <a:gsLst>
              <a:gs pos="0">
                <a:schemeClr val="bg1"/>
              </a:gs>
              <a:gs pos="36000">
                <a:srgbClr val="E0E0E0"/>
              </a:gs>
              <a:gs pos="67000">
                <a:srgbClr val="C8C8C8"/>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pic>
        <p:nvPicPr>
          <p:cNvPr id="24" name="Gráfico 11">
            <a:extLst>
              <a:ext uri="{FF2B5EF4-FFF2-40B4-BE49-F238E27FC236}">
                <a16:creationId xmlns:a16="http://schemas.microsoft.com/office/drawing/2014/main" id="{01917929-CAC9-4C23-BB91-8827BDA2CAEB}"/>
              </a:ext>
            </a:extLst>
          </p:cNvPr>
          <p:cNvPicPr>
            <a:picLocks noChangeAspect="1"/>
          </p:cNvPicPr>
          <p:nvPr/>
        </p:nvPicPr>
        <p:blipFill rotWithShape="1">
          <a:blip r:embed="rId2">
            <a:alphaModFix amt="3000"/>
            <a:extLst>
              <a:ext uri="{BEBA8EAE-BF5A-486C-A8C5-ECC9F3942E4B}">
                <a14:imgProps xmlns:a14="http://schemas.microsoft.com/office/drawing/2010/main">
                  <a14:imgLayer r:embed="rId3">
                    <a14:imgEffect>
                      <a14:colorTemperature colorTemp="10702"/>
                    </a14:imgEffect>
                    <a14:imgEffect>
                      <a14:saturation sat="133000"/>
                    </a14:imgEffect>
                    <a14:imgEffect>
                      <a14:brightnessContrast contrast="-100000"/>
                    </a14:imgEffect>
                  </a14:imgLayer>
                </a14:imgProps>
              </a:ext>
            </a:extLst>
          </a:blip>
          <a:srcRect r="84162"/>
          <a:stretch/>
        </p:blipFill>
        <p:spPr>
          <a:xfrm>
            <a:off x="210" y="5304"/>
            <a:ext cx="1590466" cy="6858000"/>
          </a:xfrm>
          <a:prstGeom prst="rect">
            <a:avLst/>
          </a:prstGeom>
        </p:spPr>
      </p:pic>
      <p:sp>
        <p:nvSpPr>
          <p:cNvPr id="18" name="Google Shape;40;p33"/>
          <p:cNvSpPr txBox="1">
            <a:spLocks noGrp="1"/>
          </p:cNvSpPr>
          <p:nvPr>
            <p:ph type="title" hasCustomPrompt="1"/>
          </p:nvPr>
        </p:nvSpPr>
        <p:spPr>
          <a:xfrm>
            <a:off x="2076994" y="222069"/>
            <a:ext cx="9666016" cy="1018902"/>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4400"/>
              <a:buFont typeface="Calibri"/>
              <a:buNone/>
              <a:defRPr sz="4400" b="1">
                <a:solidFill>
                  <a:srgbClr val="009BAF"/>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s-CO"/>
              <a:t>TÍTULO</a:t>
            </a:r>
            <a:endParaRPr/>
          </a:p>
        </p:txBody>
      </p:sp>
      <p:sp>
        <p:nvSpPr>
          <p:cNvPr id="19" name="Google Shape;41;p33"/>
          <p:cNvSpPr txBox="1">
            <a:spLocks noGrp="1"/>
          </p:cNvSpPr>
          <p:nvPr>
            <p:ph type="body" idx="1"/>
          </p:nvPr>
        </p:nvSpPr>
        <p:spPr>
          <a:xfrm>
            <a:off x="2076994" y="1410789"/>
            <a:ext cx="9666016" cy="4663440"/>
          </a:xfrm>
          <a:prstGeom prst="rect">
            <a:avLst/>
          </a:prstGeom>
          <a:noFill/>
          <a:ln>
            <a:noFill/>
          </a:ln>
        </p:spPr>
        <p:txBody>
          <a:bodyPr spcFirstLastPara="1" wrap="square" lIns="91425" tIns="45700" rIns="91425" bIns="45700" anchor="t" anchorCtr="0">
            <a:normAutofit/>
          </a:bodyPr>
          <a:lstStyle>
            <a:lvl1pPr marL="457200" lvl="0" indent="-381000" algn="l">
              <a:lnSpc>
                <a:spcPct val="100000"/>
              </a:lnSpc>
              <a:spcBef>
                <a:spcPts val="480"/>
              </a:spcBef>
              <a:spcAft>
                <a:spcPts val="0"/>
              </a:spcAft>
              <a:buClr>
                <a:srgbClr val="009BAF"/>
              </a:buClr>
              <a:buSzPts val="2400"/>
              <a:buChar char="•"/>
              <a:defRPr>
                <a:latin typeface="Calibri"/>
                <a:ea typeface="Calibri"/>
                <a:cs typeface="Calibri"/>
                <a:sym typeface="Calibri"/>
              </a:defRPr>
            </a:lvl1pPr>
            <a:lvl2pPr marL="914400" lvl="1" indent="-355600" algn="l">
              <a:lnSpc>
                <a:spcPct val="100000"/>
              </a:lnSpc>
              <a:spcBef>
                <a:spcPts val="600"/>
              </a:spcBef>
              <a:spcAft>
                <a:spcPts val="0"/>
              </a:spcAft>
              <a:buSzPts val="2000"/>
              <a:buChar char="•"/>
              <a:defRPr>
                <a:latin typeface="Calibri"/>
                <a:ea typeface="Calibri"/>
                <a:cs typeface="Calibri"/>
                <a:sym typeface="Calibri"/>
              </a:defRPr>
            </a:lvl2pPr>
            <a:lvl3pPr marL="1371600" lvl="2" indent="-342900" algn="l">
              <a:lnSpc>
                <a:spcPct val="100000"/>
              </a:lnSpc>
              <a:spcBef>
                <a:spcPts val="600"/>
              </a:spcBef>
              <a:spcAft>
                <a:spcPts val="0"/>
              </a:spcAft>
              <a:buSzPts val="1800"/>
              <a:buChar char="•"/>
              <a:defRPr>
                <a:latin typeface="Calibri"/>
                <a:ea typeface="Calibri"/>
                <a:cs typeface="Calibri"/>
                <a:sym typeface="Calibri"/>
              </a:defRPr>
            </a:lvl3pPr>
            <a:lvl4pPr marL="1828800" lvl="3" indent="-330200" algn="l">
              <a:lnSpc>
                <a:spcPct val="100000"/>
              </a:lnSpc>
              <a:spcBef>
                <a:spcPts val="600"/>
              </a:spcBef>
              <a:spcAft>
                <a:spcPts val="0"/>
              </a:spcAft>
              <a:buSzPts val="1600"/>
              <a:buChar char="•"/>
              <a:defRPr>
                <a:latin typeface="Calibri"/>
                <a:ea typeface="Calibri"/>
                <a:cs typeface="Calibri"/>
                <a:sym typeface="Calibri"/>
              </a:defRPr>
            </a:lvl4pPr>
            <a:lvl5pPr marL="2286000" lvl="4" indent="-317500" algn="l">
              <a:lnSpc>
                <a:spcPct val="100000"/>
              </a:lnSpc>
              <a:spcBef>
                <a:spcPts val="600"/>
              </a:spcBef>
              <a:spcAft>
                <a:spcPts val="0"/>
              </a:spcAft>
              <a:buSzPts val="1400"/>
              <a:buChar char="•"/>
              <a:defRPr>
                <a:latin typeface="Calibri"/>
                <a:ea typeface="Calibri"/>
                <a:cs typeface="Calibri"/>
                <a:sym typeface="Calibri"/>
              </a:defRPr>
            </a:lvl5pPr>
            <a:lvl6pPr marL="2743200" lvl="5" indent="-394335" algn="l">
              <a:lnSpc>
                <a:spcPct val="100000"/>
              </a:lnSpc>
              <a:spcBef>
                <a:spcPts val="600"/>
              </a:spcBef>
              <a:spcAft>
                <a:spcPts val="0"/>
              </a:spcAft>
              <a:buSzPts val="2610"/>
              <a:buChar char="•"/>
              <a:defRPr/>
            </a:lvl6pPr>
            <a:lvl7pPr marL="3200400" lvl="6" indent="-394335" algn="l">
              <a:lnSpc>
                <a:spcPct val="100000"/>
              </a:lnSpc>
              <a:spcBef>
                <a:spcPts val="600"/>
              </a:spcBef>
              <a:spcAft>
                <a:spcPts val="0"/>
              </a:spcAft>
              <a:buSzPts val="2610"/>
              <a:buChar char="•"/>
              <a:defRPr/>
            </a:lvl7pPr>
            <a:lvl8pPr marL="3657600" lvl="7" indent="-394334" algn="l">
              <a:lnSpc>
                <a:spcPct val="100000"/>
              </a:lnSpc>
              <a:spcBef>
                <a:spcPts val="600"/>
              </a:spcBef>
              <a:spcAft>
                <a:spcPts val="0"/>
              </a:spcAft>
              <a:buSzPts val="2610"/>
              <a:buChar char="•"/>
              <a:defRPr/>
            </a:lvl8pPr>
            <a:lvl9pPr marL="4114800" lvl="8" indent="-394334" algn="l">
              <a:lnSpc>
                <a:spcPct val="100000"/>
              </a:lnSpc>
              <a:spcBef>
                <a:spcPts val="600"/>
              </a:spcBef>
              <a:spcAft>
                <a:spcPts val="600"/>
              </a:spcAft>
              <a:buSzPts val="2610"/>
              <a:buChar char="•"/>
              <a:defRPr/>
            </a:lvl9pPr>
          </a:lstStyle>
          <a:p>
            <a:pPr lvl="0"/>
            <a:r>
              <a:rPr lang="es-ES"/>
              <a:t>Editar el estilo de texto del patrón</a:t>
            </a:r>
          </a:p>
        </p:txBody>
      </p:sp>
      <p:sp>
        <p:nvSpPr>
          <p:cNvPr id="21" name="Google Shape;44;p33"/>
          <p:cNvSpPr/>
          <p:nvPr/>
        </p:nvSpPr>
        <p:spPr>
          <a:xfrm>
            <a:off x="0" y="2510553"/>
            <a:ext cx="1567543" cy="45719"/>
          </a:xfrm>
          <a:prstGeom prst="rect">
            <a:avLst/>
          </a:prstGeom>
          <a:solidFill>
            <a:schemeClr val="lt1"/>
          </a:solidFill>
          <a:ln w="158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3" name="Google Shape;46;p33"/>
          <p:cNvSpPr/>
          <p:nvPr/>
        </p:nvSpPr>
        <p:spPr>
          <a:xfrm>
            <a:off x="0" y="3326986"/>
            <a:ext cx="1567543" cy="45719"/>
          </a:xfrm>
          <a:prstGeom prst="rect">
            <a:avLst/>
          </a:prstGeom>
          <a:solidFill>
            <a:schemeClr val="lt1"/>
          </a:solidFill>
          <a:ln w="158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5" name="Google Shape;48;p33"/>
          <p:cNvSpPr/>
          <p:nvPr/>
        </p:nvSpPr>
        <p:spPr>
          <a:xfrm>
            <a:off x="0" y="4135431"/>
            <a:ext cx="1567543" cy="45719"/>
          </a:xfrm>
          <a:prstGeom prst="rect">
            <a:avLst/>
          </a:prstGeom>
          <a:solidFill>
            <a:schemeClr val="lt1"/>
          </a:solidFill>
          <a:ln w="158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6" name="Google Shape;38;p32">
            <a:extLst>
              <a:ext uri="{FF2B5EF4-FFF2-40B4-BE49-F238E27FC236}">
                <a16:creationId xmlns:a16="http://schemas.microsoft.com/office/drawing/2014/main" id="{3BADBE63-7757-4E76-8885-C6A2C7D40C63}"/>
              </a:ext>
            </a:extLst>
          </p:cNvPr>
          <p:cNvSpPr txBox="1">
            <a:spLocks noGrp="1"/>
          </p:cNvSpPr>
          <p:nvPr>
            <p:ph type="sldNum" idx="12"/>
          </p:nvPr>
        </p:nvSpPr>
        <p:spPr>
          <a:xfrm>
            <a:off x="11714226" y="6537426"/>
            <a:ext cx="471056" cy="309420"/>
          </a:xfrm>
          <a:prstGeom prst="rect">
            <a:avLst/>
          </a:prstGeom>
          <a:noFill/>
          <a:ln w="9525" cap="rnd" cmpd="sng">
            <a:noFill/>
            <a:prstDash val="solid"/>
            <a:round/>
            <a:headEnd type="none" w="sm" len="sm"/>
            <a:tailEnd type="none" w="sm" len="sm"/>
          </a:ln>
        </p:spPr>
        <p:txBody>
          <a:bodyPr spcFirstLastPara="1" wrap="square" lIns="91425" tIns="45700" rIns="91425" bIns="45700" anchor="ctr" anchorCtr="0">
            <a:noAutofit/>
          </a:bodyPr>
          <a:lstStyle>
            <a:lvl1pPr marL="0" marR="0" lvl="0"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1pPr>
            <a:lvl2pPr marL="0" marR="0" lvl="1"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2pPr>
            <a:lvl3pPr marL="0" marR="0" lvl="2"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3pPr>
            <a:lvl4pPr marL="0" marR="0" lvl="3"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4pPr>
            <a:lvl5pPr marL="0" marR="0" lvl="4"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5pPr>
            <a:lvl6pPr marL="0" marR="0" lvl="5"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6pPr>
            <a:lvl7pPr marL="0" marR="0" lvl="6"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7pPr>
            <a:lvl8pPr marL="0" marR="0" lvl="7"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8pPr>
            <a:lvl9pPr marL="0" marR="0" lvl="8"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CO" smtClean="0"/>
              <a:t>‹Nº›</a:t>
            </a:fld>
            <a:endParaRPr lang="es-CO"/>
          </a:p>
        </p:txBody>
      </p:sp>
      <p:sp>
        <p:nvSpPr>
          <p:cNvPr id="15" name="Google Shape;43;p33"/>
          <p:cNvSpPr/>
          <p:nvPr/>
        </p:nvSpPr>
        <p:spPr>
          <a:xfrm>
            <a:off x="0" y="1860674"/>
            <a:ext cx="1567543" cy="649879"/>
          </a:xfrm>
          <a:prstGeom prst="rect">
            <a:avLst/>
          </a:prstGeom>
          <a:solidFill>
            <a:srgbClr val="009BA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s-CO" sz="1800" b="0" i="0" u="none" strike="noStrike" cap="none">
                <a:solidFill>
                  <a:schemeClr val="lt1"/>
                </a:solidFill>
                <a:latin typeface="Calibri"/>
                <a:ea typeface="Calibri"/>
                <a:cs typeface="Calibri"/>
                <a:sym typeface="Calibri"/>
              </a:rPr>
              <a:t>Introducción</a:t>
            </a:r>
            <a:endParaRPr sz="1400" b="0" i="0" u="none" strike="noStrike" cap="none">
              <a:solidFill>
                <a:srgbClr val="000000"/>
              </a:solidFill>
              <a:latin typeface="Arial"/>
              <a:ea typeface="Arial"/>
              <a:cs typeface="Arial"/>
              <a:sym typeface="Arial"/>
            </a:endParaRPr>
          </a:p>
        </p:txBody>
      </p:sp>
      <p:sp>
        <p:nvSpPr>
          <p:cNvPr id="16" name="Google Shape;45;p33"/>
          <p:cNvSpPr/>
          <p:nvPr/>
        </p:nvSpPr>
        <p:spPr>
          <a:xfrm>
            <a:off x="0" y="2677107"/>
            <a:ext cx="1567543" cy="649879"/>
          </a:xfrm>
          <a:prstGeom prst="rect">
            <a:avLst/>
          </a:prstGeom>
          <a:solidFill>
            <a:srgbClr val="009BA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s-CO" sz="1800" b="0" i="0" u="none" strike="noStrike" cap="none">
                <a:solidFill>
                  <a:schemeClr val="lt1"/>
                </a:solidFill>
                <a:latin typeface="Calibri"/>
                <a:ea typeface="Calibri"/>
                <a:cs typeface="Calibri"/>
                <a:sym typeface="Calibri"/>
              </a:rPr>
              <a:t>Variables booleanas</a:t>
            </a:r>
            <a:endParaRPr sz="1400" b="0" i="0" u="none" strike="noStrike" cap="none">
              <a:solidFill>
                <a:srgbClr val="000000"/>
              </a:solidFill>
              <a:latin typeface="Arial"/>
              <a:ea typeface="Arial"/>
              <a:cs typeface="Arial"/>
              <a:sym typeface="Arial"/>
            </a:endParaRPr>
          </a:p>
        </p:txBody>
      </p:sp>
      <p:sp>
        <p:nvSpPr>
          <p:cNvPr id="27" name="Google Shape;47;p33"/>
          <p:cNvSpPr/>
          <p:nvPr/>
        </p:nvSpPr>
        <p:spPr>
          <a:xfrm>
            <a:off x="0" y="3485552"/>
            <a:ext cx="1567543" cy="649879"/>
          </a:xfrm>
          <a:prstGeom prst="rect">
            <a:avLst/>
          </a:prstGeom>
          <a:solidFill>
            <a:srgbClr val="0D324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s-CO" sz="1800" b="0" i="0" u="none" strike="noStrike" cap="none">
                <a:solidFill>
                  <a:schemeClr val="lt1"/>
                </a:solidFill>
                <a:latin typeface="Calibri"/>
                <a:ea typeface="Calibri"/>
                <a:cs typeface="Calibri"/>
                <a:sym typeface="Calibri"/>
              </a:rPr>
              <a:t>Operadores de comparación</a:t>
            </a:r>
            <a:endParaRPr sz="1400" b="0" i="0" u="none" strike="noStrike" cap="none">
              <a:solidFill>
                <a:srgbClr val="000000"/>
              </a:solidFill>
              <a:latin typeface="Arial"/>
              <a:ea typeface="Arial"/>
              <a:cs typeface="Arial"/>
              <a:sym typeface="Arial"/>
            </a:endParaRPr>
          </a:p>
        </p:txBody>
      </p:sp>
      <p:sp>
        <p:nvSpPr>
          <p:cNvPr id="12" name="Google Shape;48;p33"/>
          <p:cNvSpPr/>
          <p:nvPr/>
        </p:nvSpPr>
        <p:spPr>
          <a:xfrm>
            <a:off x="0" y="4945056"/>
            <a:ext cx="1567543" cy="45719"/>
          </a:xfrm>
          <a:prstGeom prst="rect">
            <a:avLst/>
          </a:prstGeom>
          <a:solidFill>
            <a:schemeClr val="lt1"/>
          </a:solidFill>
          <a:ln w="158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3" name="Google Shape;47;p33"/>
          <p:cNvSpPr/>
          <p:nvPr/>
        </p:nvSpPr>
        <p:spPr>
          <a:xfrm>
            <a:off x="0" y="4295177"/>
            <a:ext cx="1567543" cy="649879"/>
          </a:xfrm>
          <a:prstGeom prst="rect">
            <a:avLst/>
          </a:prstGeom>
          <a:solidFill>
            <a:srgbClr val="009BA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s-CO" sz="1800" b="0" i="0" u="none" strike="noStrike" cap="none">
                <a:solidFill>
                  <a:schemeClr val="lt1"/>
                </a:solidFill>
                <a:latin typeface="Calibri"/>
                <a:ea typeface="Calibri"/>
                <a:cs typeface="Calibri"/>
                <a:sym typeface="Calibri"/>
              </a:rPr>
              <a:t>Operadores lógicos</a:t>
            </a:r>
            <a:endParaRPr sz="1400" b="0" i="0" u="none" strike="noStrike" cap="none">
              <a:solidFill>
                <a:srgbClr val="000000"/>
              </a:solidFill>
              <a:latin typeface="Arial"/>
              <a:ea typeface="Arial"/>
              <a:cs typeface="Arial"/>
              <a:sym typeface="Arial"/>
            </a:endParaRPr>
          </a:p>
        </p:txBody>
      </p:sp>
      <p:sp>
        <p:nvSpPr>
          <p:cNvPr id="14" name="Google Shape;48;p33"/>
          <p:cNvSpPr/>
          <p:nvPr/>
        </p:nvSpPr>
        <p:spPr>
          <a:xfrm>
            <a:off x="10882" y="5739712"/>
            <a:ext cx="1567543" cy="45719"/>
          </a:xfrm>
          <a:prstGeom prst="rect">
            <a:avLst/>
          </a:prstGeom>
          <a:solidFill>
            <a:schemeClr val="lt1"/>
          </a:solidFill>
          <a:ln w="158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0" name="Google Shape;47;p33"/>
          <p:cNvSpPr/>
          <p:nvPr/>
        </p:nvSpPr>
        <p:spPr>
          <a:xfrm>
            <a:off x="10882" y="5089833"/>
            <a:ext cx="1567543" cy="649879"/>
          </a:xfrm>
          <a:prstGeom prst="rect">
            <a:avLst/>
          </a:prstGeom>
          <a:solidFill>
            <a:srgbClr val="009BA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s-CO" sz="1800" b="0" i="0" u="none" strike="noStrike" cap="none" err="1">
                <a:solidFill>
                  <a:schemeClr val="lt1"/>
                </a:solidFill>
                <a:latin typeface="Calibri"/>
                <a:ea typeface="Calibri"/>
                <a:cs typeface="Calibri"/>
                <a:sym typeface="Calibri"/>
              </a:rPr>
              <a:t>If-then</a:t>
            </a:r>
            <a:endParaRPr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302824637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ema 4 de 5">
    <p:bg>
      <p:bgPr>
        <a:solidFill>
          <a:schemeClr val="bg1"/>
        </a:solidFill>
        <a:effectLst/>
      </p:bgPr>
    </p:bg>
    <p:spTree>
      <p:nvGrpSpPr>
        <p:cNvPr id="1" name=""/>
        <p:cNvGrpSpPr/>
        <p:nvPr/>
      </p:nvGrpSpPr>
      <p:grpSpPr>
        <a:xfrm>
          <a:off x="0" y="0"/>
          <a:ext cx="0" cy="0"/>
          <a:chOff x="0" y="0"/>
          <a:chExt cx="0" cy="0"/>
        </a:xfrm>
      </p:grpSpPr>
      <p:sp>
        <p:nvSpPr>
          <p:cNvPr id="22" name="Rectángulo 21">
            <a:extLst>
              <a:ext uri="{FF2B5EF4-FFF2-40B4-BE49-F238E27FC236}">
                <a16:creationId xmlns:a16="http://schemas.microsoft.com/office/drawing/2014/main" id="{7B3CDB48-DCBE-4C96-96CD-319BFEF3F5D1}"/>
              </a:ext>
            </a:extLst>
          </p:cNvPr>
          <p:cNvSpPr/>
          <p:nvPr/>
        </p:nvSpPr>
        <p:spPr>
          <a:xfrm>
            <a:off x="-9526" y="0"/>
            <a:ext cx="1567543" cy="6858000"/>
          </a:xfrm>
          <a:prstGeom prst="rect">
            <a:avLst/>
          </a:prstGeom>
          <a:gradFill flip="none" rotWithShape="1">
            <a:gsLst>
              <a:gs pos="0">
                <a:schemeClr val="bg1"/>
              </a:gs>
              <a:gs pos="36000">
                <a:srgbClr val="E0E0E0"/>
              </a:gs>
              <a:gs pos="67000">
                <a:srgbClr val="C8C8C8"/>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pic>
        <p:nvPicPr>
          <p:cNvPr id="24" name="Gráfico 11">
            <a:extLst>
              <a:ext uri="{FF2B5EF4-FFF2-40B4-BE49-F238E27FC236}">
                <a16:creationId xmlns:a16="http://schemas.microsoft.com/office/drawing/2014/main" id="{01917929-CAC9-4C23-BB91-8827BDA2CAEB}"/>
              </a:ext>
            </a:extLst>
          </p:cNvPr>
          <p:cNvPicPr>
            <a:picLocks noChangeAspect="1"/>
          </p:cNvPicPr>
          <p:nvPr/>
        </p:nvPicPr>
        <p:blipFill rotWithShape="1">
          <a:blip r:embed="rId2">
            <a:alphaModFix amt="3000"/>
            <a:extLst>
              <a:ext uri="{BEBA8EAE-BF5A-486C-A8C5-ECC9F3942E4B}">
                <a14:imgProps xmlns:a14="http://schemas.microsoft.com/office/drawing/2010/main">
                  <a14:imgLayer r:embed="rId3">
                    <a14:imgEffect>
                      <a14:colorTemperature colorTemp="10702"/>
                    </a14:imgEffect>
                    <a14:imgEffect>
                      <a14:saturation sat="133000"/>
                    </a14:imgEffect>
                    <a14:imgEffect>
                      <a14:brightnessContrast contrast="-100000"/>
                    </a14:imgEffect>
                  </a14:imgLayer>
                </a14:imgProps>
              </a:ext>
            </a:extLst>
          </a:blip>
          <a:srcRect r="84162"/>
          <a:stretch/>
        </p:blipFill>
        <p:spPr>
          <a:xfrm>
            <a:off x="210" y="5304"/>
            <a:ext cx="1590466" cy="6858000"/>
          </a:xfrm>
          <a:prstGeom prst="rect">
            <a:avLst/>
          </a:prstGeom>
        </p:spPr>
      </p:pic>
      <p:sp>
        <p:nvSpPr>
          <p:cNvPr id="18" name="Google Shape;40;p33"/>
          <p:cNvSpPr txBox="1">
            <a:spLocks noGrp="1"/>
          </p:cNvSpPr>
          <p:nvPr>
            <p:ph type="title" hasCustomPrompt="1"/>
          </p:nvPr>
        </p:nvSpPr>
        <p:spPr>
          <a:xfrm>
            <a:off x="2076994" y="222069"/>
            <a:ext cx="9666016" cy="1018902"/>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4400"/>
              <a:buFont typeface="Calibri"/>
              <a:buNone/>
              <a:defRPr sz="4400" b="1">
                <a:solidFill>
                  <a:srgbClr val="009BAF"/>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s-CO"/>
              <a:t>TÍTULO</a:t>
            </a:r>
            <a:endParaRPr/>
          </a:p>
        </p:txBody>
      </p:sp>
      <p:sp>
        <p:nvSpPr>
          <p:cNvPr id="19" name="Google Shape;41;p33"/>
          <p:cNvSpPr txBox="1">
            <a:spLocks noGrp="1"/>
          </p:cNvSpPr>
          <p:nvPr>
            <p:ph type="body" idx="1"/>
          </p:nvPr>
        </p:nvSpPr>
        <p:spPr>
          <a:xfrm>
            <a:off x="2076994" y="1410789"/>
            <a:ext cx="9666016" cy="4663440"/>
          </a:xfrm>
          <a:prstGeom prst="rect">
            <a:avLst/>
          </a:prstGeom>
          <a:noFill/>
          <a:ln>
            <a:noFill/>
          </a:ln>
        </p:spPr>
        <p:txBody>
          <a:bodyPr spcFirstLastPara="1" wrap="square" lIns="91425" tIns="45700" rIns="91425" bIns="45700" anchor="t" anchorCtr="0">
            <a:normAutofit/>
          </a:bodyPr>
          <a:lstStyle>
            <a:lvl1pPr marL="457200" lvl="0" indent="-381000" algn="l">
              <a:lnSpc>
                <a:spcPct val="100000"/>
              </a:lnSpc>
              <a:spcBef>
                <a:spcPts val="480"/>
              </a:spcBef>
              <a:spcAft>
                <a:spcPts val="0"/>
              </a:spcAft>
              <a:buClr>
                <a:srgbClr val="009BAF"/>
              </a:buClr>
              <a:buSzPts val="2400"/>
              <a:buChar char="•"/>
              <a:defRPr>
                <a:latin typeface="Calibri"/>
                <a:ea typeface="Calibri"/>
                <a:cs typeface="Calibri"/>
                <a:sym typeface="Calibri"/>
              </a:defRPr>
            </a:lvl1pPr>
            <a:lvl2pPr marL="914400" lvl="1" indent="-355600" algn="l">
              <a:lnSpc>
                <a:spcPct val="100000"/>
              </a:lnSpc>
              <a:spcBef>
                <a:spcPts val="600"/>
              </a:spcBef>
              <a:spcAft>
                <a:spcPts val="0"/>
              </a:spcAft>
              <a:buSzPts val="2000"/>
              <a:buChar char="•"/>
              <a:defRPr>
                <a:latin typeface="Calibri"/>
                <a:ea typeface="Calibri"/>
                <a:cs typeface="Calibri"/>
                <a:sym typeface="Calibri"/>
              </a:defRPr>
            </a:lvl2pPr>
            <a:lvl3pPr marL="1371600" lvl="2" indent="-342900" algn="l">
              <a:lnSpc>
                <a:spcPct val="100000"/>
              </a:lnSpc>
              <a:spcBef>
                <a:spcPts val="600"/>
              </a:spcBef>
              <a:spcAft>
                <a:spcPts val="0"/>
              </a:spcAft>
              <a:buSzPts val="1800"/>
              <a:buChar char="•"/>
              <a:defRPr>
                <a:latin typeface="Calibri"/>
                <a:ea typeface="Calibri"/>
                <a:cs typeface="Calibri"/>
                <a:sym typeface="Calibri"/>
              </a:defRPr>
            </a:lvl3pPr>
            <a:lvl4pPr marL="1828800" lvl="3" indent="-330200" algn="l">
              <a:lnSpc>
                <a:spcPct val="100000"/>
              </a:lnSpc>
              <a:spcBef>
                <a:spcPts val="600"/>
              </a:spcBef>
              <a:spcAft>
                <a:spcPts val="0"/>
              </a:spcAft>
              <a:buSzPts val="1600"/>
              <a:buChar char="•"/>
              <a:defRPr>
                <a:latin typeface="Calibri"/>
                <a:ea typeface="Calibri"/>
                <a:cs typeface="Calibri"/>
                <a:sym typeface="Calibri"/>
              </a:defRPr>
            </a:lvl4pPr>
            <a:lvl5pPr marL="2286000" lvl="4" indent="-317500" algn="l">
              <a:lnSpc>
                <a:spcPct val="100000"/>
              </a:lnSpc>
              <a:spcBef>
                <a:spcPts val="600"/>
              </a:spcBef>
              <a:spcAft>
                <a:spcPts val="0"/>
              </a:spcAft>
              <a:buSzPts val="1400"/>
              <a:buChar char="•"/>
              <a:defRPr>
                <a:latin typeface="Calibri"/>
                <a:ea typeface="Calibri"/>
                <a:cs typeface="Calibri"/>
                <a:sym typeface="Calibri"/>
              </a:defRPr>
            </a:lvl5pPr>
            <a:lvl6pPr marL="2743200" lvl="5" indent="-394335" algn="l">
              <a:lnSpc>
                <a:spcPct val="100000"/>
              </a:lnSpc>
              <a:spcBef>
                <a:spcPts val="600"/>
              </a:spcBef>
              <a:spcAft>
                <a:spcPts val="0"/>
              </a:spcAft>
              <a:buSzPts val="2610"/>
              <a:buChar char="•"/>
              <a:defRPr/>
            </a:lvl6pPr>
            <a:lvl7pPr marL="3200400" lvl="6" indent="-394335" algn="l">
              <a:lnSpc>
                <a:spcPct val="100000"/>
              </a:lnSpc>
              <a:spcBef>
                <a:spcPts val="600"/>
              </a:spcBef>
              <a:spcAft>
                <a:spcPts val="0"/>
              </a:spcAft>
              <a:buSzPts val="2610"/>
              <a:buChar char="•"/>
              <a:defRPr/>
            </a:lvl7pPr>
            <a:lvl8pPr marL="3657600" lvl="7" indent="-394334" algn="l">
              <a:lnSpc>
                <a:spcPct val="100000"/>
              </a:lnSpc>
              <a:spcBef>
                <a:spcPts val="600"/>
              </a:spcBef>
              <a:spcAft>
                <a:spcPts val="0"/>
              </a:spcAft>
              <a:buSzPts val="2610"/>
              <a:buChar char="•"/>
              <a:defRPr/>
            </a:lvl8pPr>
            <a:lvl9pPr marL="4114800" lvl="8" indent="-394334" algn="l">
              <a:lnSpc>
                <a:spcPct val="100000"/>
              </a:lnSpc>
              <a:spcBef>
                <a:spcPts val="600"/>
              </a:spcBef>
              <a:spcAft>
                <a:spcPts val="600"/>
              </a:spcAft>
              <a:buSzPts val="2610"/>
              <a:buChar char="•"/>
              <a:defRPr/>
            </a:lvl9pPr>
          </a:lstStyle>
          <a:p>
            <a:pPr lvl="0"/>
            <a:r>
              <a:rPr lang="es-ES"/>
              <a:t>Editar el estilo de texto del patrón</a:t>
            </a:r>
          </a:p>
        </p:txBody>
      </p:sp>
      <p:sp>
        <p:nvSpPr>
          <p:cNvPr id="21" name="Google Shape;44;p33"/>
          <p:cNvSpPr/>
          <p:nvPr/>
        </p:nvSpPr>
        <p:spPr>
          <a:xfrm>
            <a:off x="0" y="2510553"/>
            <a:ext cx="1567543" cy="45719"/>
          </a:xfrm>
          <a:prstGeom prst="rect">
            <a:avLst/>
          </a:prstGeom>
          <a:solidFill>
            <a:schemeClr val="lt1"/>
          </a:solidFill>
          <a:ln w="158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3" name="Google Shape;46;p33"/>
          <p:cNvSpPr/>
          <p:nvPr/>
        </p:nvSpPr>
        <p:spPr>
          <a:xfrm>
            <a:off x="0" y="3326986"/>
            <a:ext cx="1567543" cy="45719"/>
          </a:xfrm>
          <a:prstGeom prst="rect">
            <a:avLst/>
          </a:prstGeom>
          <a:solidFill>
            <a:schemeClr val="lt1"/>
          </a:solidFill>
          <a:ln w="158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5" name="Google Shape;48;p33"/>
          <p:cNvSpPr/>
          <p:nvPr/>
        </p:nvSpPr>
        <p:spPr>
          <a:xfrm>
            <a:off x="0" y="4135431"/>
            <a:ext cx="1567543" cy="45719"/>
          </a:xfrm>
          <a:prstGeom prst="rect">
            <a:avLst/>
          </a:prstGeom>
          <a:solidFill>
            <a:schemeClr val="lt1"/>
          </a:solidFill>
          <a:ln w="158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6" name="Google Shape;38;p32">
            <a:extLst>
              <a:ext uri="{FF2B5EF4-FFF2-40B4-BE49-F238E27FC236}">
                <a16:creationId xmlns:a16="http://schemas.microsoft.com/office/drawing/2014/main" id="{3BADBE63-7757-4E76-8885-C6A2C7D40C63}"/>
              </a:ext>
            </a:extLst>
          </p:cNvPr>
          <p:cNvSpPr txBox="1">
            <a:spLocks noGrp="1"/>
          </p:cNvSpPr>
          <p:nvPr>
            <p:ph type="sldNum" idx="12"/>
          </p:nvPr>
        </p:nvSpPr>
        <p:spPr>
          <a:xfrm>
            <a:off x="11714226" y="6537426"/>
            <a:ext cx="471056" cy="309420"/>
          </a:xfrm>
          <a:prstGeom prst="rect">
            <a:avLst/>
          </a:prstGeom>
          <a:noFill/>
          <a:ln w="9525" cap="rnd" cmpd="sng">
            <a:noFill/>
            <a:prstDash val="solid"/>
            <a:round/>
            <a:headEnd type="none" w="sm" len="sm"/>
            <a:tailEnd type="none" w="sm" len="sm"/>
          </a:ln>
        </p:spPr>
        <p:txBody>
          <a:bodyPr spcFirstLastPara="1" wrap="square" lIns="91425" tIns="45700" rIns="91425" bIns="45700" anchor="ctr" anchorCtr="0">
            <a:noAutofit/>
          </a:bodyPr>
          <a:lstStyle>
            <a:lvl1pPr marL="0" marR="0" lvl="0"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1pPr>
            <a:lvl2pPr marL="0" marR="0" lvl="1"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2pPr>
            <a:lvl3pPr marL="0" marR="0" lvl="2"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3pPr>
            <a:lvl4pPr marL="0" marR="0" lvl="3"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4pPr>
            <a:lvl5pPr marL="0" marR="0" lvl="4"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5pPr>
            <a:lvl6pPr marL="0" marR="0" lvl="5"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6pPr>
            <a:lvl7pPr marL="0" marR="0" lvl="6"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7pPr>
            <a:lvl8pPr marL="0" marR="0" lvl="7"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8pPr>
            <a:lvl9pPr marL="0" marR="0" lvl="8"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CO" smtClean="0"/>
              <a:t>‹Nº›</a:t>
            </a:fld>
            <a:endParaRPr lang="es-CO"/>
          </a:p>
        </p:txBody>
      </p:sp>
      <p:sp>
        <p:nvSpPr>
          <p:cNvPr id="15" name="Google Shape;43;p33"/>
          <p:cNvSpPr/>
          <p:nvPr/>
        </p:nvSpPr>
        <p:spPr>
          <a:xfrm>
            <a:off x="0" y="1860674"/>
            <a:ext cx="1567543" cy="649879"/>
          </a:xfrm>
          <a:prstGeom prst="rect">
            <a:avLst/>
          </a:prstGeom>
          <a:solidFill>
            <a:srgbClr val="009BA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s-CO" sz="1800" b="0" i="0" u="none" strike="noStrike" cap="none">
                <a:solidFill>
                  <a:schemeClr val="lt1"/>
                </a:solidFill>
                <a:latin typeface="Calibri"/>
                <a:ea typeface="Calibri"/>
                <a:cs typeface="Calibri"/>
                <a:sym typeface="Calibri"/>
              </a:rPr>
              <a:t>Introducción</a:t>
            </a:r>
            <a:endParaRPr sz="1400" b="0" i="0" u="none" strike="noStrike" cap="none">
              <a:solidFill>
                <a:srgbClr val="000000"/>
              </a:solidFill>
              <a:latin typeface="Arial"/>
              <a:ea typeface="Arial"/>
              <a:cs typeface="Arial"/>
              <a:sym typeface="Arial"/>
            </a:endParaRPr>
          </a:p>
        </p:txBody>
      </p:sp>
      <p:sp>
        <p:nvSpPr>
          <p:cNvPr id="16" name="Google Shape;45;p33"/>
          <p:cNvSpPr/>
          <p:nvPr/>
        </p:nvSpPr>
        <p:spPr>
          <a:xfrm>
            <a:off x="0" y="2677107"/>
            <a:ext cx="1567543" cy="649879"/>
          </a:xfrm>
          <a:prstGeom prst="rect">
            <a:avLst/>
          </a:prstGeom>
          <a:solidFill>
            <a:srgbClr val="009BA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s-CO" sz="1800" b="0" i="0" u="none" strike="noStrike" cap="none">
                <a:solidFill>
                  <a:schemeClr val="lt1"/>
                </a:solidFill>
                <a:latin typeface="Calibri"/>
                <a:ea typeface="Calibri"/>
                <a:cs typeface="Calibri"/>
                <a:sym typeface="Calibri"/>
              </a:rPr>
              <a:t>Variables booleanas</a:t>
            </a:r>
            <a:endParaRPr sz="1400" b="0" i="0" u="none" strike="noStrike" cap="none">
              <a:solidFill>
                <a:srgbClr val="000000"/>
              </a:solidFill>
              <a:latin typeface="Arial"/>
              <a:ea typeface="Arial"/>
              <a:cs typeface="Arial"/>
              <a:sym typeface="Arial"/>
            </a:endParaRPr>
          </a:p>
        </p:txBody>
      </p:sp>
      <p:sp>
        <p:nvSpPr>
          <p:cNvPr id="27" name="Google Shape;47;p33"/>
          <p:cNvSpPr/>
          <p:nvPr/>
        </p:nvSpPr>
        <p:spPr>
          <a:xfrm>
            <a:off x="0" y="3485552"/>
            <a:ext cx="1567543" cy="649879"/>
          </a:xfrm>
          <a:prstGeom prst="rect">
            <a:avLst/>
          </a:prstGeom>
          <a:solidFill>
            <a:srgbClr val="009BA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s-CO" sz="1800" b="0" i="0" u="none" strike="noStrike" cap="none">
                <a:solidFill>
                  <a:schemeClr val="lt1"/>
                </a:solidFill>
                <a:latin typeface="Calibri"/>
                <a:ea typeface="Calibri"/>
                <a:cs typeface="Calibri"/>
                <a:sym typeface="Calibri"/>
              </a:rPr>
              <a:t>Operadores de comparación</a:t>
            </a:r>
            <a:endParaRPr sz="1400" b="0" i="0" u="none" strike="noStrike" cap="none">
              <a:solidFill>
                <a:srgbClr val="000000"/>
              </a:solidFill>
              <a:latin typeface="Arial"/>
              <a:ea typeface="Arial"/>
              <a:cs typeface="Arial"/>
              <a:sym typeface="Arial"/>
            </a:endParaRPr>
          </a:p>
        </p:txBody>
      </p:sp>
      <p:sp>
        <p:nvSpPr>
          <p:cNvPr id="12" name="Google Shape;48;p33"/>
          <p:cNvSpPr/>
          <p:nvPr/>
        </p:nvSpPr>
        <p:spPr>
          <a:xfrm>
            <a:off x="0" y="4945056"/>
            <a:ext cx="1567543" cy="45719"/>
          </a:xfrm>
          <a:prstGeom prst="rect">
            <a:avLst/>
          </a:prstGeom>
          <a:solidFill>
            <a:schemeClr val="lt1"/>
          </a:solidFill>
          <a:ln w="158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3" name="Google Shape;47;p33"/>
          <p:cNvSpPr/>
          <p:nvPr/>
        </p:nvSpPr>
        <p:spPr>
          <a:xfrm>
            <a:off x="0" y="4295177"/>
            <a:ext cx="1567543" cy="649879"/>
          </a:xfrm>
          <a:prstGeom prst="rect">
            <a:avLst/>
          </a:prstGeom>
          <a:solidFill>
            <a:srgbClr val="0D324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s-CO" sz="1800" b="0" i="0" u="none" strike="noStrike" cap="none">
                <a:solidFill>
                  <a:schemeClr val="lt1"/>
                </a:solidFill>
                <a:latin typeface="Calibri"/>
                <a:ea typeface="Calibri"/>
                <a:cs typeface="Calibri"/>
                <a:sym typeface="Calibri"/>
              </a:rPr>
              <a:t>Operadores lógicos</a:t>
            </a:r>
            <a:endParaRPr sz="1400" b="0" i="0" u="none" strike="noStrike" cap="none">
              <a:solidFill>
                <a:srgbClr val="000000"/>
              </a:solidFill>
              <a:latin typeface="Arial"/>
              <a:ea typeface="Arial"/>
              <a:cs typeface="Arial"/>
              <a:sym typeface="Arial"/>
            </a:endParaRPr>
          </a:p>
        </p:txBody>
      </p:sp>
      <p:sp>
        <p:nvSpPr>
          <p:cNvPr id="14" name="Google Shape;48;p33"/>
          <p:cNvSpPr/>
          <p:nvPr/>
        </p:nvSpPr>
        <p:spPr>
          <a:xfrm>
            <a:off x="10882" y="5739712"/>
            <a:ext cx="1567543" cy="45719"/>
          </a:xfrm>
          <a:prstGeom prst="rect">
            <a:avLst/>
          </a:prstGeom>
          <a:solidFill>
            <a:schemeClr val="lt1"/>
          </a:solidFill>
          <a:ln w="158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0" name="Google Shape;47;p33"/>
          <p:cNvSpPr/>
          <p:nvPr/>
        </p:nvSpPr>
        <p:spPr>
          <a:xfrm>
            <a:off x="10882" y="5089833"/>
            <a:ext cx="1567543" cy="649879"/>
          </a:xfrm>
          <a:prstGeom prst="rect">
            <a:avLst/>
          </a:prstGeom>
          <a:solidFill>
            <a:srgbClr val="009BA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s-CO" sz="1800" b="0" i="0" u="none" strike="noStrike" cap="none" err="1">
                <a:solidFill>
                  <a:schemeClr val="lt1"/>
                </a:solidFill>
                <a:latin typeface="Calibri"/>
                <a:ea typeface="Calibri"/>
                <a:cs typeface="Calibri"/>
                <a:sym typeface="Calibri"/>
              </a:rPr>
              <a:t>If-then</a:t>
            </a:r>
            <a:endParaRPr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31970120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Tema 5 de 5">
    <p:bg>
      <p:bgPr>
        <a:solidFill>
          <a:schemeClr val="bg1"/>
        </a:solidFill>
        <a:effectLst/>
      </p:bgPr>
    </p:bg>
    <p:spTree>
      <p:nvGrpSpPr>
        <p:cNvPr id="1" name=""/>
        <p:cNvGrpSpPr/>
        <p:nvPr/>
      </p:nvGrpSpPr>
      <p:grpSpPr>
        <a:xfrm>
          <a:off x="0" y="0"/>
          <a:ext cx="0" cy="0"/>
          <a:chOff x="0" y="0"/>
          <a:chExt cx="0" cy="0"/>
        </a:xfrm>
      </p:grpSpPr>
      <p:sp>
        <p:nvSpPr>
          <p:cNvPr id="22" name="Rectángulo 21">
            <a:extLst>
              <a:ext uri="{FF2B5EF4-FFF2-40B4-BE49-F238E27FC236}">
                <a16:creationId xmlns:a16="http://schemas.microsoft.com/office/drawing/2014/main" id="{7B3CDB48-DCBE-4C96-96CD-319BFEF3F5D1}"/>
              </a:ext>
            </a:extLst>
          </p:cNvPr>
          <p:cNvSpPr/>
          <p:nvPr/>
        </p:nvSpPr>
        <p:spPr>
          <a:xfrm>
            <a:off x="-9526" y="0"/>
            <a:ext cx="1567543" cy="6858000"/>
          </a:xfrm>
          <a:prstGeom prst="rect">
            <a:avLst/>
          </a:prstGeom>
          <a:gradFill flip="none" rotWithShape="1">
            <a:gsLst>
              <a:gs pos="0">
                <a:schemeClr val="bg1"/>
              </a:gs>
              <a:gs pos="36000">
                <a:srgbClr val="E0E0E0"/>
              </a:gs>
              <a:gs pos="67000">
                <a:srgbClr val="C8C8C8"/>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18" name="Google Shape;40;p33"/>
          <p:cNvSpPr txBox="1">
            <a:spLocks noGrp="1"/>
          </p:cNvSpPr>
          <p:nvPr>
            <p:ph type="title" hasCustomPrompt="1"/>
          </p:nvPr>
        </p:nvSpPr>
        <p:spPr>
          <a:xfrm>
            <a:off x="2076994" y="222069"/>
            <a:ext cx="9666016" cy="1018902"/>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4400"/>
              <a:buFont typeface="Calibri"/>
              <a:buNone/>
              <a:defRPr sz="4400" b="1">
                <a:solidFill>
                  <a:srgbClr val="009BAF"/>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s-CO"/>
              <a:t>TÍTULO</a:t>
            </a:r>
            <a:endParaRPr/>
          </a:p>
        </p:txBody>
      </p:sp>
      <p:sp>
        <p:nvSpPr>
          <p:cNvPr id="19" name="Google Shape;41;p33"/>
          <p:cNvSpPr txBox="1">
            <a:spLocks noGrp="1"/>
          </p:cNvSpPr>
          <p:nvPr>
            <p:ph type="body" idx="1"/>
          </p:nvPr>
        </p:nvSpPr>
        <p:spPr>
          <a:xfrm>
            <a:off x="2076994" y="1410789"/>
            <a:ext cx="9666016" cy="4663440"/>
          </a:xfrm>
          <a:prstGeom prst="rect">
            <a:avLst/>
          </a:prstGeom>
          <a:noFill/>
          <a:ln>
            <a:noFill/>
          </a:ln>
        </p:spPr>
        <p:txBody>
          <a:bodyPr spcFirstLastPara="1" wrap="square" lIns="91425" tIns="45700" rIns="91425" bIns="45700" anchor="t" anchorCtr="0">
            <a:normAutofit/>
          </a:bodyPr>
          <a:lstStyle>
            <a:lvl1pPr marL="457200" lvl="0" indent="-381000" algn="l">
              <a:lnSpc>
                <a:spcPct val="100000"/>
              </a:lnSpc>
              <a:spcBef>
                <a:spcPts val="480"/>
              </a:spcBef>
              <a:spcAft>
                <a:spcPts val="0"/>
              </a:spcAft>
              <a:buClr>
                <a:srgbClr val="009BAF"/>
              </a:buClr>
              <a:buSzPts val="2400"/>
              <a:buChar char="•"/>
              <a:defRPr>
                <a:latin typeface="Calibri"/>
                <a:ea typeface="Calibri"/>
                <a:cs typeface="Calibri"/>
                <a:sym typeface="Calibri"/>
              </a:defRPr>
            </a:lvl1pPr>
            <a:lvl2pPr marL="914400" lvl="1" indent="-355600" algn="l">
              <a:lnSpc>
                <a:spcPct val="100000"/>
              </a:lnSpc>
              <a:spcBef>
                <a:spcPts val="600"/>
              </a:spcBef>
              <a:spcAft>
                <a:spcPts val="0"/>
              </a:spcAft>
              <a:buSzPts val="2000"/>
              <a:buChar char="•"/>
              <a:defRPr>
                <a:latin typeface="Calibri"/>
                <a:ea typeface="Calibri"/>
                <a:cs typeface="Calibri"/>
                <a:sym typeface="Calibri"/>
              </a:defRPr>
            </a:lvl2pPr>
            <a:lvl3pPr marL="1371600" lvl="2" indent="-342900" algn="l">
              <a:lnSpc>
                <a:spcPct val="100000"/>
              </a:lnSpc>
              <a:spcBef>
                <a:spcPts val="600"/>
              </a:spcBef>
              <a:spcAft>
                <a:spcPts val="0"/>
              </a:spcAft>
              <a:buSzPts val="1800"/>
              <a:buChar char="•"/>
              <a:defRPr>
                <a:latin typeface="Calibri"/>
                <a:ea typeface="Calibri"/>
                <a:cs typeface="Calibri"/>
                <a:sym typeface="Calibri"/>
              </a:defRPr>
            </a:lvl3pPr>
            <a:lvl4pPr marL="1828800" lvl="3" indent="-330200" algn="l">
              <a:lnSpc>
                <a:spcPct val="100000"/>
              </a:lnSpc>
              <a:spcBef>
                <a:spcPts val="600"/>
              </a:spcBef>
              <a:spcAft>
                <a:spcPts val="0"/>
              </a:spcAft>
              <a:buSzPts val="1600"/>
              <a:buChar char="•"/>
              <a:defRPr>
                <a:latin typeface="Calibri"/>
                <a:ea typeface="Calibri"/>
                <a:cs typeface="Calibri"/>
                <a:sym typeface="Calibri"/>
              </a:defRPr>
            </a:lvl4pPr>
            <a:lvl5pPr marL="2286000" lvl="4" indent="-317500" algn="l">
              <a:lnSpc>
                <a:spcPct val="100000"/>
              </a:lnSpc>
              <a:spcBef>
                <a:spcPts val="600"/>
              </a:spcBef>
              <a:spcAft>
                <a:spcPts val="0"/>
              </a:spcAft>
              <a:buSzPts val="1400"/>
              <a:buChar char="•"/>
              <a:defRPr>
                <a:latin typeface="Calibri"/>
                <a:ea typeface="Calibri"/>
                <a:cs typeface="Calibri"/>
                <a:sym typeface="Calibri"/>
              </a:defRPr>
            </a:lvl5pPr>
            <a:lvl6pPr marL="2743200" lvl="5" indent="-394335" algn="l">
              <a:lnSpc>
                <a:spcPct val="100000"/>
              </a:lnSpc>
              <a:spcBef>
                <a:spcPts val="600"/>
              </a:spcBef>
              <a:spcAft>
                <a:spcPts val="0"/>
              </a:spcAft>
              <a:buSzPts val="2610"/>
              <a:buChar char="•"/>
              <a:defRPr/>
            </a:lvl6pPr>
            <a:lvl7pPr marL="3200400" lvl="6" indent="-394335" algn="l">
              <a:lnSpc>
                <a:spcPct val="100000"/>
              </a:lnSpc>
              <a:spcBef>
                <a:spcPts val="600"/>
              </a:spcBef>
              <a:spcAft>
                <a:spcPts val="0"/>
              </a:spcAft>
              <a:buSzPts val="2610"/>
              <a:buChar char="•"/>
              <a:defRPr/>
            </a:lvl7pPr>
            <a:lvl8pPr marL="3657600" lvl="7" indent="-394334" algn="l">
              <a:lnSpc>
                <a:spcPct val="100000"/>
              </a:lnSpc>
              <a:spcBef>
                <a:spcPts val="600"/>
              </a:spcBef>
              <a:spcAft>
                <a:spcPts val="0"/>
              </a:spcAft>
              <a:buSzPts val="2610"/>
              <a:buChar char="•"/>
              <a:defRPr/>
            </a:lvl8pPr>
            <a:lvl9pPr marL="4114800" lvl="8" indent="-394334" algn="l">
              <a:lnSpc>
                <a:spcPct val="100000"/>
              </a:lnSpc>
              <a:spcBef>
                <a:spcPts val="600"/>
              </a:spcBef>
              <a:spcAft>
                <a:spcPts val="600"/>
              </a:spcAft>
              <a:buSzPts val="2610"/>
              <a:buChar char="•"/>
              <a:defRPr/>
            </a:lvl9pPr>
          </a:lstStyle>
          <a:p>
            <a:pPr lvl="0"/>
            <a:r>
              <a:rPr lang="es-ES"/>
              <a:t>Editar el estilo de texto del patrón</a:t>
            </a:r>
          </a:p>
        </p:txBody>
      </p:sp>
      <p:sp>
        <p:nvSpPr>
          <p:cNvPr id="21" name="Google Shape;44;p33"/>
          <p:cNvSpPr/>
          <p:nvPr/>
        </p:nvSpPr>
        <p:spPr>
          <a:xfrm>
            <a:off x="0" y="2510553"/>
            <a:ext cx="1567543" cy="45719"/>
          </a:xfrm>
          <a:prstGeom prst="rect">
            <a:avLst/>
          </a:prstGeom>
          <a:solidFill>
            <a:schemeClr val="lt1"/>
          </a:solidFill>
          <a:ln w="158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3" name="Google Shape;46;p33"/>
          <p:cNvSpPr/>
          <p:nvPr/>
        </p:nvSpPr>
        <p:spPr>
          <a:xfrm>
            <a:off x="0" y="3326986"/>
            <a:ext cx="1567543" cy="45719"/>
          </a:xfrm>
          <a:prstGeom prst="rect">
            <a:avLst/>
          </a:prstGeom>
          <a:solidFill>
            <a:schemeClr val="lt1"/>
          </a:solidFill>
          <a:ln w="158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5" name="Google Shape;48;p33"/>
          <p:cNvSpPr/>
          <p:nvPr/>
        </p:nvSpPr>
        <p:spPr>
          <a:xfrm>
            <a:off x="0" y="4135431"/>
            <a:ext cx="1567543" cy="45719"/>
          </a:xfrm>
          <a:prstGeom prst="rect">
            <a:avLst/>
          </a:prstGeom>
          <a:solidFill>
            <a:schemeClr val="lt1"/>
          </a:solidFill>
          <a:ln w="158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6" name="Google Shape;38;p32">
            <a:extLst>
              <a:ext uri="{FF2B5EF4-FFF2-40B4-BE49-F238E27FC236}">
                <a16:creationId xmlns:a16="http://schemas.microsoft.com/office/drawing/2014/main" id="{3BADBE63-7757-4E76-8885-C6A2C7D40C63}"/>
              </a:ext>
            </a:extLst>
          </p:cNvPr>
          <p:cNvSpPr txBox="1">
            <a:spLocks noGrp="1"/>
          </p:cNvSpPr>
          <p:nvPr>
            <p:ph type="sldNum" idx="12"/>
          </p:nvPr>
        </p:nvSpPr>
        <p:spPr>
          <a:xfrm>
            <a:off x="11714226" y="6537426"/>
            <a:ext cx="471056" cy="309420"/>
          </a:xfrm>
          <a:prstGeom prst="rect">
            <a:avLst/>
          </a:prstGeom>
          <a:noFill/>
          <a:ln w="9525" cap="rnd" cmpd="sng">
            <a:noFill/>
            <a:prstDash val="solid"/>
            <a:round/>
            <a:headEnd type="none" w="sm" len="sm"/>
            <a:tailEnd type="none" w="sm" len="sm"/>
          </a:ln>
        </p:spPr>
        <p:txBody>
          <a:bodyPr spcFirstLastPara="1" wrap="square" lIns="91425" tIns="45700" rIns="91425" bIns="45700" anchor="ctr" anchorCtr="0">
            <a:noAutofit/>
          </a:bodyPr>
          <a:lstStyle>
            <a:lvl1pPr marL="0" marR="0" lvl="0"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1pPr>
            <a:lvl2pPr marL="0" marR="0" lvl="1"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2pPr>
            <a:lvl3pPr marL="0" marR="0" lvl="2"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3pPr>
            <a:lvl4pPr marL="0" marR="0" lvl="3"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4pPr>
            <a:lvl5pPr marL="0" marR="0" lvl="4"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5pPr>
            <a:lvl6pPr marL="0" marR="0" lvl="5"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6pPr>
            <a:lvl7pPr marL="0" marR="0" lvl="6"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7pPr>
            <a:lvl8pPr marL="0" marR="0" lvl="7"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8pPr>
            <a:lvl9pPr marL="0" marR="0" lvl="8"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CO" smtClean="0"/>
              <a:t>‹Nº›</a:t>
            </a:fld>
            <a:endParaRPr lang="es-CO"/>
          </a:p>
        </p:txBody>
      </p:sp>
      <p:sp>
        <p:nvSpPr>
          <p:cNvPr id="15" name="Google Shape;43;p33"/>
          <p:cNvSpPr/>
          <p:nvPr/>
        </p:nvSpPr>
        <p:spPr>
          <a:xfrm>
            <a:off x="0" y="1860674"/>
            <a:ext cx="1567543" cy="649879"/>
          </a:xfrm>
          <a:prstGeom prst="rect">
            <a:avLst/>
          </a:prstGeom>
          <a:solidFill>
            <a:srgbClr val="009BA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s-CO" sz="1800" b="0" i="0" u="none" strike="noStrike" cap="none">
                <a:solidFill>
                  <a:schemeClr val="lt1"/>
                </a:solidFill>
                <a:latin typeface="Calibri"/>
                <a:ea typeface="Calibri"/>
                <a:cs typeface="Calibri"/>
                <a:sym typeface="Calibri"/>
              </a:rPr>
              <a:t>Introducción</a:t>
            </a:r>
            <a:endParaRPr sz="1400" b="0" i="0" u="none" strike="noStrike" cap="none">
              <a:solidFill>
                <a:srgbClr val="000000"/>
              </a:solidFill>
              <a:latin typeface="Arial"/>
              <a:ea typeface="Arial"/>
              <a:cs typeface="Arial"/>
              <a:sym typeface="Arial"/>
            </a:endParaRPr>
          </a:p>
        </p:txBody>
      </p:sp>
      <p:sp>
        <p:nvSpPr>
          <p:cNvPr id="16" name="Google Shape;45;p33"/>
          <p:cNvSpPr/>
          <p:nvPr/>
        </p:nvSpPr>
        <p:spPr>
          <a:xfrm>
            <a:off x="0" y="2677107"/>
            <a:ext cx="1567543" cy="649879"/>
          </a:xfrm>
          <a:prstGeom prst="rect">
            <a:avLst/>
          </a:prstGeom>
          <a:solidFill>
            <a:srgbClr val="009BA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s-CO" sz="1800" b="0" i="0" u="none" strike="noStrike" cap="none">
                <a:solidFill>
                  <a:schemeClr val="lt1"/>
                </a:solidFill>
                <a:latin typeface="Calibri"/>
                <a:ea typeface="Calibri"/>
                <a:cs typeface="Calibri"/>
                <a:sym typeface="Calibri"/>
              </a:rPr>
              <a:t>Variables booleanas</a:t>
            </a:r>
            <a:endParaRPr sz="1400" b="0" i="0" u="none" strike="noStrike" cap="none">
              <a:solidFill>
                <a:srgbClr val="000000"/>
              </a:solidFill>
              <a:latin typeface="Arial"/>
              <a:ea typeface="Arial"/>
              <a:cs typeface="Arial"/>
              <a:sym typeface="Arial"/>
            </a:endParaRPr>
          </a:p>
        </p:txBody>
      </p:sp>
      <p:sp>
        <p:nvSpPr>
          <p:cNvPr id="27" name="Google Shape;47;p33"/>
          <p:cNvSpPr/>
          <p:nvPr/>
        </p:nvSpPr>
        <p:spPr>
          <a:xfrm>
            <a:off x="0" y="3485552"/>
            <a:ext cx="1567543" cy="649879"/>
          </a:xfrm>
          <a:prstGeom prst="rect">
            <a:avLst/>
          </a:prstGeom>
          <a:solidFill>
            <a:srgbClr val="009BA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s-CO" sz="1800" b="0" i="0" u="none" strike="noStrike" cap="none">
                <a:solidFill>
                  <a:schemeClr val="lt1"/>
                </a:solidFill>
                <a:latin typeface="Calibri"/>
                <a:ea typeface="Calibri"/>
                <a:cs typeface="Calibri"/>
                <a:sym typeface="Calibri"/>
              </a:rPr>
              <a:t>Operadores de comparación</a:t>
            </a:r>
            <a:endParaRPr sz="1400" b="0" i="0" u="none" strike="noStrike" cap="none">
              <a:solidFill>
                <a:srgbClr val="000000"/>
              </a:solidFill>
              <a:latin typeface="Arial"/>
              <a:ea typeface="Arial"/>
              <a:cs typeface="Arial"/>
              <a:sym typeface="Arial"/>
            </a:endParaRPr>
          </a:p>
        </p:txBody>
      </p:sp>
      <p:sp>
        <p:nvSpPr>
          <p:cNvPr id="12" name="Google Shape;48;p33"/>
          <p:cNvSpPr/>
          <p:nvPr/>
        </p:nvSpPr>
        <p:spPr>
          <a:xfrm>
            <a:off x="0" y="4945056"/>
            <a:ext cx="1567543" cy="45719"/>
          </a:xfrm>
          <a:prstGeom prst="rect">
            <a:avLst/>
          </a:prstGeom>
          <a:solidFill>
            <a:schemeClr val="lt1"/>
          </a:solidFill>
          <a:ln w="158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3" name="Google Shape;47;p33"/>
          <p:cNvSpPr/>
          <p:nvPr/>
        </p:nvSpPr>
        <p:spPr>
          <a:xfrm>
            <a:off x="0" y="4295177"/>
            <a:ext cx="1567543" cy="649879"/>
          </a:xfrm>
          <a:prstGeom prst="rect">
            <a:avLst/>
          </a:prstGeom>
          <a:solidFill>
            <a:srgbClr val="009BA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s-CO" sz="1800" b="0" i="0" u="none" strike="noStrike" cap="none">
                <a:solidFill>
                  <a:schemeClr val="lt1"/>
                </a:solidFill>
                <a:latin typeface="Calibri"/>
                <a:ea typeface="Calibri"/>
                <a:cs typeface="Calibri"/>
                <a:sym typeface="Calibri"/>
              </a:rPr>
              <a:t>Operadores lógicos</a:t>
            </a:r>
            <a:endParaRPr lang="es-CO" sz="1400" b="0" i="0" u="none" strike="noStrike" cap="none">
              <a:solidFill>
                <a:srgbClr val="000000"/>
              </a:solidFill>
              <a:latin typeface="Arial"/>
              <a:ea typeface="Arial"/>
              <a:cs typeface="Arial"/>
              <a:sym typeface="Arial"/>
            </a:endParaRPr>
          </a:p>
        </p:txBody>
      </p:sp>
      <p:sp>
        <p:nvSpPr>
          <p:cNvPr id="14" name="Google Shape;48;p33"/>
          <p:cNvSpPr/>
          <p:nvPr/>
        </p:nvSpPr>
        <p:spPr>
          <a:xfrm>
            <a:off x="10882" y="5739712"/>
            <a:ext cx="1567543" cy="45719"/>
          </a:xfrm>
          <a:prstGeom prst="rect">
            <a:avLst/>
          </a:prstGeom>
          <a:solidFill>
            <a:schemeClr val="lt1"/>
          </a:solidFill>
          <a:ln w="158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0" name="Google Shape;47;p33"/>
          <p:cNvSpPr/>
          <p:nvPr/>
        </p:nvSpPr>
        <p:spPr>
          <a:xfrm>
            <a:off x="10882" y="5089833"/>
            <a:ext cx="1567543" cy="649879"/>
          </a:xfrm>
          <a:prstGeom prst="rect">
            <a:avLst/>
          </a:prstGeom>
          <a:solidFill>
            <a:srgbClr val="0D324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s-CO" sz="1800" b="0" i="0" u="none" strike="noStrike" cap="none" err="1">
                <a:solidFill>
                  <a:schemeClr val="lt1"/>
                </a:solidFill>
                <a:latin typeface="Calibri"/>
                <a:ea typeface="Calibri"/>
                <a:cs typeface="Calibri"/>
                <a:sym typeface="Calibri"/>
              </a:rPr>
              <a:t>If-then</a:t>
            </a:r>
            <a:endParaRPr sz="1400" b="0" i="0" u="none" strike="noStrike" cap="none">
              <a:solidFill>
                <a:srgbClr val="000000"/>
              </a:solidFill>
              <a:latin typeface="Arial"/>
              <a:ea typeface="Arial"/>
              <a:cs typeface="Arial"/>
              <a:sym typeface="Arial"/>
            </a:endParaRPr>
          </a:p>
        </p:txBody>
      </p:sp>
      <p:pic>
        <p:nvPicPr>
          <p:cNvPr id="17" name="Gráfico 11">
            <a:extLst>
              <a:ext uri="{FF2B5EF4-FFF2-40B4-BE49-F238E27FC236}">
                <a16:creationId xmlns:a16="http://schemas.microsoft.com/office/drawing/2014/main" id="{D88712F2-2C89-412E-A24E-AA2B1E304FE4}"/>
              </a:ext>
            </a:extLst>
          </p:cNvPr>
          <p:cNvPicPr>
            <a:picLocks noChangeAspect="1"/>
          </p:cNvPicPr>
          <p:nvPr userDrawn="1"/>
        </p:nvPicPr>
        <p:blipFill rotWithShape="1">
          <a:blip r:embed="rId2">
            <a:alphaModFix amt="3000"/>
            <a:extLst>
              <a:ext uri="{BEBA8EAE-BF5A-486C-A8C5-ECC9F3942E4B}">
                <a14:imgProps xmlns:a14="http://schemas.microsoft.com/office/drawing/2010/main">
                  <a14:imgLayer r:embed="rId3">
                    <a14:imgEffect>
                      <a14:colorTemperature colorTemp="10702"/>
                    </a14:imgEffect>
                    <a14:imgEffect>
                      <a14:saturation sat="133000"/>
                    </a14:imgEffect>
                    <a14:imgEffect>
                      <a14:brightnessContrast contrast="-100000"/>
                    </a14:imgEffect>
                  </a14:imgLayer>
                </a14:imgProps>
              </a:ext>
            </a:extLst>
          </a:blip>
          <a:srcRect r="84162"/>
          <a:stretch/>
        </p:blipFill>
        <p:spPr>
          <a:xfrm>
            <a:off x="210" y="5304"/>
            <a:ext cx="1590466" cy="6858000"/>
          </a:xfrm>
          <a:prstGeom prst="rect">
            <a:avLst/>
          </a:prstGeom>
        </p:spPr>
      </p:pic>
    </p:spTree>
    <p:extLst>
      <p:ext uri="{BB962C8B-B14F-4D97-AF65-F5344CB8AC3E}">
        <p14:creationId xmlns:p14="http://schemas.microsoft.com/office/powerpoint/2010/main" val="416537897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EjercicioFinal">
    <p:bg>
      <p:bgPr>
        <a:solidFill>
          <a:schemeClr val="bg1"/>
        </a:solidFill>
        <a:effectLst/>
      </p:bgPr>
    </p:bg>
    <p:spTree>
      <p:nvGrpSpPr>
        <p:cNvPr id="1" name=""/>
        <p:cNvGrpSpPr/>
        <p:nvPr/>
      </p:nvGrpSpPr>
      <p:grpSpPr>
        <a:xfrm>
          <a:off x="0" y="0"/>
          <a:ext cx="0" cy="0"/>
          <a:chOff x="0" y="0"/>
          <a:chExt cx="0" cy="0"/>
        </a:xfrm>
      </p:grpSpPr>
      <p:sp>
        <p:nvSpPr>
          <p:cNvPr id="18" name="Google Shape;40;p33"/>
          <p:cNvSpPr txBox="1">
            <a:spLocks noGrp="1"/>
          </p:cNvSpPr>
          <p:nvPr>
            <p:ph type="title" hasCustomPrompt="1"/>
          </p:nvPr>
        </p:nvSpPr>
        <p:spPr>
          <a:xfrm>
            <a:off x="2076994" y="222069"/>
            <a:ext cx="9666016" cy="1018902"/>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4400"/>
              <a:buFont typeface="Calibri"/>
              <a:buNone/>
              <a:defRPr sz="4400" b="1" baseline="0">
                <a:solidFill>
                  <a:srgbClr val="009BAF"/>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s-CO"/>
              <a:t>EJERCICIO FINAL</a:t>
            </a:r>
            <a:endParaRPr/>
          </a:p>
        </p:txBody>
      </p:sp>
      <p:sp>
        <p:nvSpPr>
          <p:cNvPr id="19" name="Google Shape;41;p33"/>
          <p:cNvSpPr txBox="1">
            <a:spLocks noGrp="1"/>
          </p:cNvSpPr>
          <p:nvPr>
            <p:ph type="body" idx="1"/>
          </p:nvPr>
        </p:nvSpPr>
        <p:spPr>
          <a:xfrm>
            <a:off x="2076994" y="1410789"/>
            <a:ext cx="9666016" cy="4663440"/>
          </a:xfrm>
          <a:prstGeom prst="rect">
            <a:avLst/>
          </a:prstGeom>
          <a:noFill/>
          <a:ln>
            <a:noFill/>
          </a:ln>
        </p:spPr>
        <p:txBody>
          <a:bodyPr spcFirstLastPara="1" wrap="square" lIns="91425" tIns="45700" rIns="91425" bIns="45700" anchor="t" anchorCtr="0">
            <a:normAutofit/>
          </a:bodyPr>
          <a:lstStyle>
            <a:lvl1pPr marL="457200" lvl="0" indent="-381000" algn="l">
              <a:lnSpc>
                <a:spcPct val="100000"/>
              </a:lnSpc>
              <a:spcBef>
                <a:spcPts val="480"/>
              </a:spcBef>
              <a:spcAft>
                <a:spcPts val="0"/>
              </a:spcAft>
              <a:buSzPts val="2400"/>
              <a:buChar char="•"/>
              <a:defRPr>
                <a:latin typeface="Calibri"/>
                <a:ea typeface="Calibri"/>
                <a:cs typeface="Calibri"/>
                <a:sym typeface="Calibri"/>
              </a:defRPr>
            </a:lvl1pPr>
            <a:lvl2pPr marL="914400" lvl="1" indent="-355600" algn="l">
              <a:lnSpc>
                <a:spcPct val="100000"/>
              </a:lnSpc>
              <a:spcBef>
                <a:spcPts val="600"/>
              </a:spcBef>
              <a:spcAft>
                <a:spcPts val="0"/>
              </a:spcAft>
              <a:buSzPts val="2000"/>
              <a:buChar char="•"/>
              <a:defRPr>
                <a:latin typeface="Calibri"/>
                <a:ea typeface="Calibri"/>
                <a:cs typeface="Calibri"/>
                <a:sym typeface="Calibri"/>
              </a:defRPr>
            </a:lvl2pPr>
            <a:lvl3pPr marL="1371600" lvl="2" indent="-342900" algn="l">
              <a:lnSpc>
                <a:spcPct val="100000"/>
              </a:lnSpc>
              <a:spcBef>
                <a:spcPts val="600"/>
              </a:spcBef>
              <a:spcAft>
                <a:spcPts val="0"/>
              </a:spcAft>
              <a:buSzPts val="1800"/>
              <a:buChar char="•"/>
              <a:defRPr>
                <a:latin typeface="Calibri"/>
                <a:ea typeface="Calibri"/>
                <a:cs typeface="Calibri"/>
                <a:sym typeface="Calibri"/>
              </a:defRPr>
            </a:lvl3pPr>
            <a:lvl4pPr marL="1828800" lvl="3" indent="-330200" algn="l">
              <a:lnSpc>
                <a:spcPct val="100000"/>
              </a:lnSpc>
              <a:spcBef>
                <a:spcPts val="600"/>
              </a:spcBef>
              <a:spcAft>
                <a:spcPts val="0"/>
              </a:spcAft>
              <a:buSzPts val="1600"/>
              <a:buChar char="•"/>
              <a:defRPr>
                <a:latin typeface="Calibri"/>
                <a:ea typeface="Calibri"/>
                <a:cs typeface="Calibri"/>
                <a:sym typeface="Calibri"/>
              </a:defRPr>
            </a:lvl4pPr>
            <a:lvl5pPr marL="2286000" lvl="4" indent="-317500" algn="l">
              <a:lnSpc>
                <a:spcPct val="100000"/>
              </a:lnSpc>
              <a:spcBef>
                <a:spcPts val="600"/>
              </a:spcBef>
              <a:spcAft>
                <a:spcPts val="0"/>
              </a:spcAft>
              <a:buSzPts val="1400"/>
              <a:buChar char="•"/>
              <a:defRPr>
                <a:latin typeface="Calibri"/>
                <a:ea typeface="Calibri"/>
                <a:cs typeface="Calibri"/>
                <a:sym typeface="Calibri"/>
              </a:defRPr>
            </a:lvl5pPr>
            <a:lvl6pPr marL="2743200" lvl="5" indent="-394335" algn="l">
              <a:lnSpc>
                <a:spcPct val="100000"/>
              </a:lnSpc>
              <a:spcBef>
                <a:spcPts val="600"/>
              </a:spcBef>
              <a:spcAft>
                <a:spcPts val="0"/>
              </a:spcAft>
              <a:buSzPts val="2610"/>
              <a:buChar char="•"/>
              <a:defRPr/>
            </a:lvl6pPr>
            <a:lvl7pPr marL="3200400" lvl="6" indent="-394335" algn="l">
              <a:lnSpc>
                <a:spcPct val="100000"/>
              </a:lnSpc>
              <a:spcBef>
                <a:spcPts val="600"/>
              </a:spcBef>
              <a:spcAft>
                <a:spcPts val="0"/>
              </a:spcAft>
              <a:buSzPts val="2610"/>
              <a:buChar char="•"/>
              <a:defRPr/>
            </a:lvl7pPr>
            <a:lvl8pPr marL="3657600" lvl="7" indent="-394334" algn="l">
              <a:lnSpc>
                <a:spcPct val="100000"/>
              </a:lnSpc>
              <a:spcBef>
                <a:spcPts val="600"/>
              </a:spcBef>
              <a:spcAft>
                <a:spcPts val="0"/>
              </a:spcAft>
              <a:buSzPts val="2610"/>
              <a:buChar char="•"/>
              <a:defRPr/>
            </a:lvl8pPr>
            <a:lvl9pPr marL="4114800" lvl="8" indent="-394334" algn="l">
              <a:lnSpc>
                <a:spcPct val="100000"/>
              </a:lnSpc>
              <a:spcBef>
                <a:spcPts val="600"/>
              </a:spcBef>
              <a:spcAft>
                <a:spcPts val="600"/>
              </a:spcAft>
              <a:buSzPts val="2610"/>
              <a:buChar char="•"/>
              <a:defRPr/>
            </a:lvl9pPr>
          </a:lstStyle>
          <a:p>
            <a:pPr lvl="0"/>
            <a:r>
              <a:rPr lang="es-ES"/>
              <a:t>Editar el estilo de texto del patrón</a:t>
            </a:r>
          </a:p>
        </p:txBody>
      </p:sp>
      <p:sp>
        <p:nvSpPr>
          <p:cNvPr id="21" name="Google Shape;44;p33"/>
          <p:cNvSpPr/>
          <p:nvPr/>
        </p:nvSpPr>
        <p:spPr>
          <a:xfrm>
            <a:off x="0" y="2945986"/>
            <a:ext cx="1567543" cy="45719"/>
          </a:xfrm>
          <a:prstGeom prst="rect">
            <a:avLst/>
          </a:prstGeom>
          <a:solidFill>
            <a:schemeClr val="lt1"/>
          </a:solidFill>
          <a:ln w="158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3" name="Google Shape;46;p33"/>
          <p:cNvSpPr/>
          <p:nvPr/>
        </p:nvSpPr>
        <p:spPr>
          <a:xfrm>
            <a:off x="0" y="3762419"/>
            <a:ext cx="1567543" cy="45719"/>
          </a:xfrm>
          <a:prstGeom prst="rect">
            <a:avLst/>
          </a:prstGeom>
          <a:solidFill>
            <a:schemeClr val="lt1"/>
          </a:solidFill>
          <a:ln w="158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5" name="Google Shape;48;p33"/>
          <p:cNvSpPr/>
          <p:nvPr/>
        </p:nvSpPr>
        <p:spPr>
          <a:xfrm>
            <a:off x="0" y="4570864"/>
            <a:ext cx="1567543" cy="45719"/>
          </a:xfrm>
          <a:prstGeom prst="rect">
            <a:avLst/>
          </a:prstGeom>
          <a:solidFill>
            <a:schemeClr val="lt1"/>
          </a:solidFill>
          <a:ln w="158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6" name="Google Shape;38;p32">
            <a:extLst>
              <a:ext uri="{FF2B5EF4-FFF2-40B4-BE49-F238E27FC236}">
                <a16:creationId xmlns:a16="http://schemas.microsoft.com/office/drawing/2014/main" id="{3BADBE63-7757-4E76-8885-C6A2C7D40C63}"/>
              </a:ext>
            </a:extLst>
          </p:cNvPr>
          <p:cNvSpPr txBox="1">
            <a:spLocks noGrp="1"/>
          </p:cNvSpPr>
          <p:nvPr>
            <p:ph type="sldNum" idx="12"/>
          </p:nvPr>
        </p:nvSpPr>
        <p:spPr>
          <a:xfrm>
            <a:off x="11714226" y="6537426"/>
            <a:ext cx="471056" cy="309420"/>
          </a:xfrm>
          <a:prstGeom prst="rect">
            <a:avLst/>
          </a:prstGeom>
          <a:noFill/>
          <a:ln w="9525" cap="rnd" cmpd="sng">
            <a:noFill/>
            <a:prstDash val="solid"/>
            <a:round/>
            <a:headEnd type="none" w="sm" len="sm"/>
            <a:tailEnd type="none" w="sm" len="sm"/>
          </a:ln>
        </p:spPr>
        <p:txBody>
          <a:bodyPr spcFirstLastPara="1" wrap="square" lIns="91425" tIns="45700" rIns="91425" bIns="45700" anchor="ctr" anchorCtr="0">
            <a:noAutofit/>
          </a:bodyPr>
          <a:lstStyle>
            <a:lvl1pPr marL="0" marR="0" lvl="0"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1pPr>
            <a:lvl2pPr marL="0" marR="0" lvl="1"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2pPr>
            <a:lvl3pPr marL="0" marR="0" lvl="2"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3pPr>
            <a:lvl4pPr marL="0" marR="0" lvl="3"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4pPr>
            <a:lvl5pPr marL="0" marR="0" lvl="4"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5pPr>
            <a:lvl6pPr marL="0" marR="0" lvl="5"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6pPr>
            <a:lvl7pPr marL="0" marR="0" lvl="6"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7pPr>
            <a:lvl8pPr marL="0" marR="0" lvl="7"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8pPr>
            <a:lvl9pPr marL="0" marR="0" lvl="8"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CO" smtClean="0"/>
              <a:t>‹Nº›</a:t>
            </a:fld>
            <a:endParaRPr lang="es-CO"/>
          </a:p>
        </p:txBody>
      </p:sp>
    </p:spTree>
    <p:extLst>
      <p:ext uri="{BB962C8B-B14F-4D97-AF65-F5344CB8AC3E}">
        <p14:creationId xmlns:p14="http://schemas.microsoft.com/office/powerpoint/2010/main" val="273457952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Nota">
    <p:spTree>
      <p:nvGrpSpPr>
        <p:cNvPr id="1" name=""/>
        <p:cNvGrpSpPr/>
        <p:nvPr/>
      </p:nvGrpSpPr>
      <p:grpSpPr>
        <a:xfrm>
          <a:off x="0" y="0"/>
          <a:ext cx="0" cy="0"/>
          <a:chOff x="0" y="0"/>
          <a:chExt cx="0" cy="0"/>
        </a:xfrm>
      </p:grpSpPr>
      <p:sp>
        <p:nvSpPr>
          <p:cNvPr id="18" name="Google Shape;40;p33"/>
          <p:cNvSpPr txBox="1">
            <a:spLocks noGrp="1"/>
          </p:cNvSpPr>
          <p:nvPr>
            <p:ph type="title" hasCustomPrompt="1"/>
          </p:nvPr>
        </p:nvSpPr>
        <p:spPr>
          <a:xfrm>
            <a:off x="2076994" y="222069"/>
            <a:ext cx="9666016" cy="1018902"/>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4400"/>
              <a:buFont typeface="Calibri"/>
              <a:buNone/>
              <a:defRPr sz="4400" b="1" baseline="0">
                <a:solidFill>
                  <a:srgbClr val="009BAF"/>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s-CO"/>
              <a:t>Título</a:t>
            </a:r>
            <a:endParaRPr/>
          </a:p>
        </p:txBody>
      </p:sp>
      <p:sp>
        <p:nvSpPr>
          <p:cNvPr id="21" name="Google Shape;44;p33"/>
          <p:cNvSpPr/>
          <p:nvPr/>
        </p:nvSpPr>
        <p:spPr>
          <a:xfrm>
            <a:off x="0" y="2945986"/>
            <a:ext cx="1567543" cy="45719"/>
          </a:xfrm>
          <a:prstGeom prst="rect">
            <a:avLst/>
          </a:prstGeom>
          <a:solidFill>
            <a:schemeClr val="lt1"/>
          </a:solidFill>
          <a:ln w="158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3" name="Google Shape;46;p33"/>
          <p:cNvSpPr/>
          <p:nvPr/>
        </p:nvSpPr>
        <p:spPr>
          <a:xfrm>
            <a:off x="0" y="3762419"/>
            <a:ext cx="1567543" cy="45719"/>
          </a:xfrm>
          <a:prstGeom prst="rect">
            <a:avLst/>
          </a:prstGeom>
          <a:solidFill>
            <a:schemeClr val="lt1"/>
          </a:solidFill>
          <a:ln w="158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5" name="Google Shape;48;p33"/>
          <p:cNvSpPr/>
          <p:nvPr/>
        </p:nvSpPr>
        <p:spPr>
          <a:xfrm>
            <a:off x="0" y="4570864"/>
            <a:ext cx="1567543" cy="45719"/>
          </a:xfrm>
          <a:prstGeom prst="rect">
            <a:avLst/>
          </a:prstGeom>
          <a:solidFill>
            <a:schemeClr val="lt1"/>
          </a:solidFill>
          <a:ln w="158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6" name="Google Shape;38;p32">
            <a:extLst>
              <a:ext uri="{FF2B5EF4-FFF2-40B4-BE49-F238E27FC236}">
                <a16:creationId xmlns:a16="http://schemas.microsoft.com/office/drawing/2014/main" id="{3BADBE63-7757-4E76-8885-C6A2C7D40C63}"/>
              </a:ext>
            </a:extLst>
          </p:cNvPr>
          <p:cNvSpPr txBox="1">
            <a:spLocks noGrp="1"/>
          </p:cNvSpPr>
          <p:nvPr>
            <p:ph type="sldNum" idx="12"/>
          </p:nvPr>
        </p:nvSpPr>
        <p:spPr>
          <a:xfrm>
            <a:off x="11714226" y="6537426"/>
            <a:ext cx="471056" cy="309420"/>
          </a:xfrm>
          <a:prstGeom prst="rect">
            <a:avLst/>
          </a:prstGeom>
          <a:noFill/>
          <a:ln w="9525" cap="rnd" cmpd="sng">
            <a:noFill/>
            <a:prstDash val="solid"/>
            <a:round/>
            <a:headEnd type="none" w="sm" len="sm"/>
            <a:tailEnd type="none" w="sm" len="sm"/>
          </a:ln>
        </p:spPr>
        <p:txBody>
          <a:bodyPr spcFirstLastPara="1" wrap="square" lIns="91425" tIns="45700" rIns="91425" bIns="45700" anchor="ctr" anchorCtr="0">
            <a:noAutofit/>
          </a:bodyPr>
          <a:lstStyle>
            <a:lvl1pPr marL="0" marR="0" lvl="0"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1pPr>
            <a:lvl2pPr marL="0" marR="0" lvl="1"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2pPr>
            <a:lvl3pPr marL="0" marR="0" lvl="2"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3pPr>
            <a:lvl4pPr marL="0" marR="0" lvl="3"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4pPr>
            <a:lvl5pPr marL="0" marR="0" lvl="4"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5pPr>
            <a:lvl6pPr marL="0" marR="0" lvl="5"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6pPr>
            <a:lvl7pPr marL="0" marR="0" lvl="6"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7pPr>
            <a:lvl8pPr marL="0" marR="0" lvl="7"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8pPr>
            <a:lvl9pPr marL="0" marR="0" lvl="8"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CO" smtClean="0"/>
              <a:t>‹Nº›</a:t>
            </a:fld>
            <a:endParaRPr lang="es-CO"/>
          </a:p>
        </p:txBody>
      </p:sp>
      <p:sp>
        <p:nvSpPr>
          <p:cNvPr id="8" name="Rectángulo 7">
            <a:extLst>
              <a:ext uri="{FF2B5EF4-FFF2-40B4-BE49-F238E27FC236}">
                <a16:creationId xmlns:a16="http://schemas.microsoft.com/office/drawing/2014/main" id="{79D2699A-DE0A-4825-8DB2-9F0E8B5DBA36}"/>
              </a:ext>
            </a:extLst>
          </p:cNvPr>
          <p:cNvSpPr/>
          <p:nvPr/>
        </p:nvSpPr>
        <p:spPr>
          <a:xfrm>
            <a:off x="2298607" y="2619419"/>
            <a:ext cx="5005387" cy="2286000"/>
          </a:xfrm>
          <a:prstGeom prst="rect">
            <a:avLst/>
          </a:prstGeom>
          <a:solidFill>
            <a:srgbClr val="02C9B6">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9" name="CuadroTexto 8">
            <a:extLst>
              <a:ext uri="{FF2B5EF4-FFF2-40B4-BE49-F238E27FC236}">
                <a16:creationId xmlns:a16="http://schemas.microsoft.com/office/drawing/2014/main" id="{BFE8117D-8F35-423F-A08F-B39513EE78F8}"/>
              </a:ext>
            </a:extLst>
          </p:cNvPr>
          <p:cNvSpPr txBox="1"/>
          <p:nvPr/>
        </p:nvSpPr>
        <p:spPr>
          <a:xfrm>
            <a:off x="2587928" y="2941845"/>
            <a:ext cx="4426744" cy="1631216"/>
          </a:xfrm>
          <a:prstGeom prst="rect">
            <a:avLst/>
          </a:prstGeom>
          <a:noFill/>
        </p:spPr>
        <p:txBody>
          <a:bodyPr wrap="square">
            <a:spAutoFit/>
          </a:bodyPr>
          <a:lstStyle/>
          <a:p>
            <a:pPr marL="85725">
              <a:buClr>
                <a:schemeClr val="bg1"/>
              </a:buClr>
              <a:defRPr/>
            </a:pPr>
            <a:r>
              <a:rPr lang="es-ES" sz="2000" err="1">
                <a:solidFill>
                  <a:srgbClr val="7F7F7F"/>
                </a:solidFill>
              </a:rPr>
              <a:t>Lorem</a:t>
            </a:r>
            <a:r>
              <a:rPr lang="es-ES" sz="2000">
                <a:solidFill>
                  <a:srgbClr val="7F7F7F"/>
                </a:solidFill>
              </a:rPr>
              <a:t> </a:t>
            </a:r>
            <a:r>
              <a:rPr lang="es-ES" sz="2000" err="1">
                <a:solidFill>
                  <a:srgbClr val="7F7F7F"/>
                </a:solidFill>
              </a:rPr>
              <a:t>ipsum</a:t>
            </a:r>
            <a:r>
              <a:rPr lang="es-ES" sz="2000">
                <a:solidFill>
                  <a:srgbClr val="7F7F7F"/>
                </a:solidFill>
              </a:rPr>
              <a:t> dolor </a:t>
            </a:r>
            <a:r>
              <a:rPr lang="es-ES" sz="2000" err="1">
                <a:solidFill>
                  <a:srgbClr val="7F7F7F"/>
                </a:solidFill>
              </a:rPr>
              <a:t>sit</a:t>
            </a:r>
            <a:r>
              <a:rPr lang="es-ES" sz="2000">
                <a:solidFill>
                  <a:srgbClr val="7F7F7F"/>
                </a:solidFill>
              </a:rPr>
              <a:t> </a:t>
            </a:r>
            <a:r>
              <a:rPr lang="es-ES" sz="2000" err="1">
                <a:solidFill>
                  <a:srgbClr val="7F7F7F"/>
                </a:solidFill>
              </a:rPr>
              <a:t>amet</a:t>
            </a:r>
            <a:r>
              <a:rPr lang="es-ES" sz="2000">
                <a:solidFill>
                  <a:srgbClr val="7F7F7F"/>
                </a:solidFill>
              </a:rPr>
              <a:t>, </a:t>
            </a:r>
            <a:r>
              <a:rPr lang="es-ES" sz="2000" err="1">
                <a:solidFill>
                  <a:srgbClr val="7F7F7F"/>
                </a:solidFill>
              </a:rPr>
              <a:t>consectetur</a:t>
            </a:r>
            <a:r>
              <a:rPr lang="es-ES" sz="2000">
                <a:solidFill>
                  <a:srgbClr val="7F7F7F"/>
                </a:solidFill>
              </a:rPr>
              <a:t> </a:t>
            </a:r>
            <a:r>
              <a:rPr lang="es-ES" sz="2000" err="1">
                <a:solidFill>
                  <a:srgbClr val="7F7F7F"/>
                </a:solidFill>
              </a:rPr>
              <a:t>adipiscing</a:t>
            </a:r>
            <a:r>
              <a:rPr lang="es-ES" sz="2000">
                <a:solidFill>
                  <a:srgbClr val="7F7F7F"/>
                </a:solidFill>
              </a:rPr>
              <a:t> </a:t>
            </a:r>
            <a:r>
              <a:rPr lang="es-ES" sz="2000" err="1">
                <a:solidFill>
                  <a:srgbClr val="7F7F7F"/>
                </a:solidFill>
              </a:rPr>
              <a:t>elit</a:t>
            </a:r>
            <a:r>
              <a:rPr lang="es-ES" sz="2000">
                <a:solidFill>
                  <a:srgbClr val="7F7F7F"/>
                </a:solidFill>
              </a:rPr>
              <a:t>. </a:t>
            </a:r>
            <a:r>
              <a:rPr lang="es-ES" sz="2000" err="1">
                <a:solidFill>
                  <a:srgbClr val="7F7F7F"/>
                </a:solidFill>
              </a:rPr>
              <a:t>Integer</a:t>
            </a:r>
            <a:r>
              <a:rPr lang="es-ES" sz="2000">
                <a:solidFill>
                  <a:srgbClr val="7F7F7F"/>
                </a:solidFill>
              </a:rPr>
              <a:t> et </a:t>
            </a:r>
            <a:r>
              <a:rPr lang="es-ES" sz="2000" err="1">
                <a:solidFill>
                  <a:srgbClr val="7F7F7F"/>
                </a:solidFill>
              </a:rPr>
              <a:t>faucibus</a:t>
            </a:r>
            <a:r>
              <a:rPr lang="es-ES" sz="2000">
                <a:solidFill>
                  <a:srgbClr val="7F7F7F"/>
                </a:solidFill>
              </a:rPr>
              <a:t> odio. Quisque et ante </a:t>
            </a:r>
            <a:r>
              <a:rPr lang="es-ES" sz="2000" err="1">
                <a:solidFill>
                  <a:srgbClr val="7F7F7F"/>
                </a:solidFill>
              </a:rPr>
              <a:t>eu</a:t>
            </a:r>
            <a:r>
              <a:rPr lang="es-ES" sz="2000">
                <a:solidFill>
                  <a:srgbClr val="7F7F7F"/>
                </a:solidFill>
              </a:rPr>
              <a:t> </a:t>
            </a:r>
            <a:r>
              <a:rPr lang="es-ES" sz="2000" err="1">
                <a:solidFill>
                  <a:srgbClr val="7F7F7F"/>
                </a:solidFill>
              </a:rPr>
              <a:t>ipsum</a:t>
            </a:r>
            <a:r>
              <a:rPr lang="es-ES" sz="2000">
                <a:solidFill>
                  <a:srgbClr val="7F7F7F"/>
                </a:solidFill>
              </a:rPr>
              <a:t> </a:t>
            </a:r>
            <a:r>
              <a:rPr lang="es-ES" sz="2000" err="1">
                <a:solidFill>
                  <a:srgbClr val="7F7F7F"/>
                </a:solidFill>
              </a:rPr>
              <a:t>dictum</a:t>
            </a:r>
            <a:r>
              <a:rPr lang="es-ES" sz="2000">
                <a:solidFill>
                  <a:srgbClr val="7F7F7F"/>
                </a:solidFill>
              </a:rPr>
              <a:t> </a:t>
            </a:r>
            <a:r>
              <a:rPr lang="es-ES" sz="2000" err="1">
                <a:solidFill>
                  <a:srgbClr val="7F7F7F"/>
                </a:solidFill>
              </a:rPr>
              <a:t>pretium</a:t>
            </a:r>
            <a:r>
              <a:rPr lang="es-ES" sz="2000">
                <a:solidFill>
                  <a:srgbClr val="7F7F7F"/>
                </a:solidFill>
              </a:rPr>
              <a:t> id </a:t>
            </a:r>
            <a:r>
              <a:rPr lang="es-ES" sz="2000" err="1">
                <a:solidFill>
                  <a:srgbClr val="7F7F7F"/>
                </a:solidFill>
              </a:rPr>
              <a:t>finibus</a:t>
            </a:r>
            <a:r>
              <a:rPr lang="es-ES" sz="2000">
                <a:solidFill>
                  <a:srgbClr val="7F7F7F"/>
                </a:solidFill>
              </a:rPr>
              <a:t> odio. </a:t>
            </a:r>
            <a:r>
              <a:rPr lang="es-ES" sz="2000" err="1">
                <a:solidFill>
                  <a:srgbClr val="7F7F7F"/>
                </a:solidFill>
              </a:rPr>
              <a:t>Donec</a:t>
            </a:r>
            <a:r>
              <a:rPr lang="es-ES" sz="2000">
                <a:solidFill>
                  <a:srgbClr val="7F7F7F"/>
                </a:solidFill>
              </a:rPr>
              <a:t> vitae </a:t>
            </a:r>
            <a:r>
              <a:rPr lang="es-ES" sz="2000" err="1">
                <a:solidFill>
                  <a:srgbClr val="7F7F7F"/>
                </a:solidFill>
              </a:rPr>
              <a:t>nibh</a:t>
            </a:r>
            <a:r>
              <a:rPr lang="es-ES" sz="2000">
                <a:solidFill>
                  <a:srgbClr val="7F7F7F"/>
                </a:solidFill>
              </a:rPr>
              <a:t> </a:t>
            </a:r>
            <a:r>
              <a:rPr lang="es-ES" sz="2000" err="1">
                <a:solidFill>
                  <a:srgbClr val="7F7F7F"/>
                </a:solidFill>
              </a:rPr>
              <a:t>semper</a:t>
            </a:r>
            <a:r>
              <a:rPr lang="es-ES" sz="2000">
                <a:solidFill>
                  <a:srgbClr val="7F7F7F"/>
                </a:solidFill>
              </a:rPr>
              <a:t> </a:t>
            </a:r>
            <a:r>
              <a:rPr lang="es-ES" sz="2000" err="1">
                <a:solidFill>
                  <a:srgbClr val="7F7F7F"/>
                </a:solidFill>
              </a:rPr>
              <a:t>est</a:t>
            </a:r>
            <a:r>
              <a:rPr lang="es-ES" sz="2000">
                <a:solidFill>
                  <a:srgbClr val="7F7F7F"/>
                </a:solidFill>
              </a:rPr>
              <a:t> </a:t>
            </a:r>
            <a:r>
              <a:rPr lang="es-ES" sz="2000" err="1">
                <a:solidFill>
                  <a:srgbClr val="7F7F7F"/>
                </a:solidFill>
              </a:rPr>
              <a:t>luctus</a:t>
            </a:r>
            <a:r>
              <a:rPr lang="es-ES" sz="2000">
                <a:solidFill>
                  <a:srgbClr val="7F7F7F"/>
                </a:solidFill>
              </a:rPr>
              <a:t> </a:t>
            </a:r>
            <a:r>
              <a:rPr lang="es-ES" sz="2000" err="1">
                <a:solidFill>
                  <a:srgbClr val="7F7F7F"/>
                </a:solidFill>
              </a:rPr>
              <a:t>vulputate</a:t>
            </a:r>
            <a:r>
              <a:rPr lang="es-ES" sz="2000">
                <a:solidFill>
                  <a:srgbClr val="7F7F7F"/>
                </a:solidFill>
              </a:rPr>
              <a:t>. </a:t>
            </a:r>
          </a:p>
        </p:txBody>
      </p:sp>
    </p:spTree>
    <p:extLst>
      <p:ext uri="{BB962C8B-B14F-4D97-AF65-F5344CB8AC3E}">
        <p14:creationId xmlns:p14="http://schemas.microsoft.com/office/powerpoint/2010/main" val="148330601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Separador">
    <p:bg>
      <p:bgPr>
        <a:solidFill>
          <a:srgbClr val="0D3240"/>
        </a:solidFill>
        <a:effectLst/>
      </p:bgPr>
    </p:bg>
    <p:spTree>
      <p:nvGrpSpPr>
        <p:cNvPr id="1" name=""/>
        <p:cNvGrpSpPr/>
        <p:nvPr/>
      </p:nvGrpSpPr>
      <p:grpSpPr>
        <a:xfrm>
          <a:off x="0" y="0"/>
          <a:ext cx="0" cy="0"/>
          <a:chOff x="0" y="0"/>
          <a:chExt cx="0" cy="0"/>
        </a:xfrm>
      </p:grpSpPr>
      <p:pic>
        <p:nvPicPr>
          <p:cNvPr id="9" name="Gráfico 6">
            <a:extLst>
              <a:ext uri="{FF2B5EF4-FFF2-40B4-BE49-F238E27FC236}">
                <a16:creationId xmlns:a16="http://schemas.microsoft.com/office/drawing/2014/main" id="{EED147EE-E3C8-45A1-A7EA-4A18FF84CC88}"/>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6083826" y="5091090"/>
            <a:ext cx="6108174" cy="91951"/>
          </a:xfrm>
          <a:prstGeom prst="rect">
            <a:avLst/>
          </a:prstGeom>
        </p:spPr>
      </p:pic>
      <p:pic>
        <p:nvPicPr>
          <p:cNvPr id="11" name="Gráfico 11">
            <a:extLst>
              <a:ext uri="{FF2B5EF4-FFF2-40B4-BE49-F238E27FC236}">
                <a16:creationId xmlns:a16="http://schemas.microsoft.com/office/drawing/2014/main" id="{B9CE167F-D9B1-4886-B83E-2CEA293BAAF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739888" y="6066411"/>
            <a:ext cx="1188588" cy="504887"/>
          </a:xfrm>
          <a:prstGeom prst="rect">
            <a:avLst/>
          </a:prstGeom>
        </p:spPr>
      </p:pic>
      <p:sp>
        <p:nvSpPr>
          <p:cNvPr id="13" name="Google Shape;41;p33"/>
          <p:cNvSpPr txBox="1">
            <a:spLocks noGrp="1"/>
          </p:cNvSpPr>
          <p:nvPr>
            <p:ph type="body" idx="1" hasCustomPrompt="1"/>
          </p:nvPr>
        </p:nvSpPr>
        <p:spPr>
          <a:xfrm>
            <a:off x="2819400" y="2722909"/>
            <a:ext cx="8934496" cy="1484811"/>
          </a:xfrm>
          <a:prstGeom prst="rect">
            <a:avLst/>
          </a:prstGeom>
          <a:noFill/>
          <a:ln>
            <a:noFill/>
          </a:ln>
        </p:spPr>
        <p:txBody>
          <a:bodyPr spcFirstLastPara="1" wrap="square" lIns="91425" tIns="45700" rIns="91425" bIns="45700" anchor="t" anchorCtr="0">
            <a:noAutofit/>
          </a:bodyPr>
          <a:lstStyle>
            <a:lvl1pPr marL="76200" lvl="0" indent="0" algn="l">
              <a:lnSpc>
                <a:spcPct val="100000"/>
              </a:lnSpc>
              <a:spcBef>
                <a:spcPts val="480"/>
              </a:spcBef>
              <a:spcAft>
                <a:spcPts val="0"/>
              </a:spcAft>
              <a:buSzPts val="2400"/>
              <a:buNone/>
              <a:defRPr sz="8000" b="1" kern="1200" dirty="0">
                <a:ln w="15875" cap="flat">
                  <a:noFill/>
                  <a:prstDash val="solid"/>
                </a:ln>
                <a:solidFill>
                  <a:srgbClr val="02C9B6"/>
                </a:solidFill>
                <a:latin typeface="Arial" panose="020B0604020202020204" pitchFamily="34" charset="0"/>
                <a:ea typeface="Roboto" panose="02000000000000000000" pitchFamily="2" charset="0"/>
                <a:cs typeface="Arial" panose="020B0604020202020204" pitchFamily="34" charset="0"/>
              </a:defRPr>
            </a:lvl1pPr>
            <a:lvl2pPr marL="914400" lvl="1" indent="-355600" algn="l">
              <a:lnSpc>
                <a:spcPct val="100000"/>
              </a:lnSpc>
              <a:spcBef>
                <a:spcPts val="600"/>
              </a:spcBef>
              <a:spcAft>
                <a:spcPts val="0"/>
              </a:spcAft>
              <a:buSzPts val="2000"/>
              <a:buChar char="•"/>
              <a:defRPr>
                <a:latin typeface="Calibri"/>
                <a:ea typeface="Calibri"/>
                <a:cs typeface="Calibri"/>
                <a:sym typeface="Calibri"/>
              </a:defRPr>
            </a:lvl2pPr>
            <a:lvl3pPr marL="1371600" lvl="2" indent="-342900" algn="l">
              <a:lnSpc>
                <a:spcPct val="100000"/>
              </a:lnSpc>
              <a:spcBef>
                <a:spcPts val="600"/>
              </a:spcBef>
              <a:spcAft>
                <a:spcPts val="0"/>
              </a:spcAft>
              <a:buSzPts val="1800"/>
              <a:buChar char="•"/>
              <a:defRPr>
                <a:latin typeface="Calibri"/>
                <a:ea typeface="Calibri"/>
                <a:cs typeface="Calibri"/>
                <a:sym typeface="Calibri"/>
              </a:defRPr>
            </a:lvl3pPr>
            <a:lvl4pPr marL="1828800" lvl="3" indent="-330200" algn="l">
              <a:lnSpc>
                <a:spcPct val="100000"/>
              </a:lnSpc>
              <a:spcBef>
                <a:spcPts val="600"/>
              </a:spcBef>
              <a:spcAft>
                <a:spcPts val="0"/>
              </a:spcAft>
              <a:buSzPts val="1600"/>
              <a:buChar char="•"/>
              <a:defRPr>
                <a:latin typeface="Calibri"/>
                <a:ea typeface="Calibri"/>
                <a:cs typeface="Calibri"/>
                <a:sym typeface="Calibri"/>
              </a:defRPr>
            </a:lvl4pPr>
            <a:lvl5pPr marL="2286000" lvl="4" indent="-317500" algn="l">
              <a:lnSpc>
                <a:spcPct val="100000"/>
              </a:lnSpc>
              <a:spcBef>
                <a:spcPts val="600"/>
              </a:spcBef>
              <a:spcAft>
                <a:spcPts val="0"/>
              </a:spcAft>
              <a:buSzPts val="1400"/>
              <a:buChar char="•"/>
              <a:defRPr>
                <a:latin typeface="Calibri"/>
                <a:ea typeface="Calibri"/>
                <a:cs typeface="Calibri"/>
                <a:sym typeface="Calibri"/>
              </a:defRPr>
            </a:lvl5pPr>
            <a:lvl6pPr marL="2743200" lvl="5" indent="-394335" algn="l">
              <a:lnSpc>
                <a:spcPct val="100000"/>
              </a:lnSpc>
              <a:spcBef>
                <a:spcPts val="600"/>
              </a:spcBef>
              <a:spcAft>
                <a:spcPts val="0"/>
              </a:spcAft>
              <a:buSzPts val="2610"/>
              <a:buChar char="•"/>
              <a:defRPr/>
            </a:lvl6pPr>
            <a:lvl7pPr marL="3200400" lvl="6" indent="-394335" algn="l">
              <a:lnSpc>
                <a:spcPct val="100000"/>
              </a:lnSpc>
              <a:spcBef>
                <a:spcPts val="600"/>
              </a:spcBef>
              <a:spcAft>
                <a:spcPts val="0"/>
              </a:spcAft>
              <a:buSzPts val="2610"/>
              <a:buChar char="•"/>
              <a:defRPr/>
            </a:lvl7pPr>
            <a:lvl8pPr marL="3657600" lvl="7" indent="-394334" algn="l">
              <a:lnSpc>
                <a:spcPct val="100000"/>
              </a:lnSpc>
              <a:spcBef>
                <a:spcPts val="600"/>
              </a:spcBef>
              <a:spcAft>
                <a:spcPts val="0"/>
              </a:spcAft>
              <a:buSzPts val="2610"/>
              <a:buChar char="•"/>
              <a:defRPr/>
            </a:lvl8pPr>
            <a:lvl9pPr marL="4114800" lvl="8" indent="-394334" algn="l">
              <a:lnSpc>
                <a:spcPct val="100000"/>
              </a:lnSpc>
              <a:spcBef>
                <a:spcPts val="600"/>
              </a:spcBef>
              <a:spcAft>
                <a:spcPts val="600"/>
              </a:spcAft>
              <a:buSzPts val="2610"/>
              <a:buChar char="•"/>
              <a:defRPr/>
            </a:lvl9pPr>
          </a:lstStyle>
          <a:p>
            <a:r>
              <a:rPr lang="es-CO"/>
              <a:t>SEPARADOR</a:t>
            </a:r>
            <a:endParaRPr/>
          </a:p>
        </p:txBody>
      </p:sp>
      <p:sp>
        <p:nvSpPr>
          <p:cNvPr id="5" name="CuadroTexto 4">
            <a:extLst>
              <a:ext uri="{FF2B5EF4-FFF2-40B4-BE49-F238E27FC236}">
                <a16:creationId xmlns:a16="http://schemas.microsoft.com/office/drawing/2014/main" id="{6C8AC4E2-448D-4FEE-91DD-C1DA16461242}"/>
              </a:ext>
            </a:extLst>
          </p:cNvPr>
          <p:cNvSpPr txBox="1"/>
          <p:nvPr/>
        </p:nvSpPr>
        <p:spPr>
          <a:xfrm>
            <a:off x="352425" y="6553199"/>
            <a:ext cx="2533650" cy="230832"/>
          </a:xfrm>
          <a:prstGeom prst="rect">
            <a:avLst/>
          </a:prstGeom>
          <a:noFill/>
        </p:spPr>
        <p:txBody>
          <a:bodyPr wrap="square" rtlCol="0">
            <a:spAutoFit/>
          </a:bodyPr>
          <a:lstStyle/>
          <a:p>
            <a:r>
              <a:rPr lang="es-CO" sz="900">
                <a:solidFill>
                  <a:schemeClr val="bg1"/>
                </a:solidFill>
              </a:rPr>
              <a:t>Vigilada </a:t>
            </a:r>
            <a:r>
              <a:rPr lang="es-CO" sz="900" err="1">
                <a:solidFill>
                  <a:schemeClr val="bg1"/>
                </a:solidFill>
              </a:rPr>
              <a:t>Mineducación</a:t>
            </a:r>
            <a:endParaRPr lang="es-CO" sz="900">
              <a:solidFill>
                <a:schemeClr val="bg1"/>
              </a:solidFill>
            </a:endParaRPr>
          </a:p>
        </p:txBody>
      </p:sp>
    </p:spTree>
    <p:extLst>
      <p:ext uri="{BB962C8B-B14F-4D97-AF65-F5344CB8AC3E}">
        <p14:creationId xmlns:p14="http://schemas.microsoft.com/office/powerpoint/2010/main" val="396594381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Recapitulemos">
    <p:bg>
      <p:bgPr>
        <a:solidFill>
          <a:schemeClr val="bg1"/>
        </a:solidFill>
        <a:effectLst/>
      </p:bgPr>
    </p:bg>
    <p:spTree>
      <p:nvGrpSpPr>
        <p:cNvPr id="1" name=""/>
        <p:cNvGrpSpPr/>
        <p:nvPr/>
      </p:nvGrpSpPr>
      <p:grpSpPr>
        <a:xfrm>
          <a:off x="0" y="0"/>
          <a:ext cx="0" cy="0"/>
          <a:chOff x="0" y="0"/>
          <a:chExt cx="0" cy="0"/>
        </a:xfrm>
      </p:grpSpPr>
      <p:sp>
        <p:nvSpPr>
          <p:cNvPr id="18" name="Google Shape;40;p33"/>
          <p:cNvSpPr txBox="1">
            <a:spLocks noGrp="1"/>
          </p:cNvSpPr>
          <p:nvPr>
            <p:ph type="title" hasCustomPrompt="1"/>
          </p:nvPr>
        </p:nvSpPr>
        <p:spPr>
          <a:xfrm>
            <a:off x="2076994" y="222069"/>
            <a:ext cx="9666016" cy="1018902"/>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4400"/>
              <a:buFont typeface="Calibri"/>
              <a:buNone/>
              <a:defRPr sz="4400" b="1" baseline="0">
                <a:solidFill>
                  <a:srgbClr val="009BAF"/>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s-CO"/>
              <a:t>RECAPITULEMOS</a:t>
            </a:r>
            <a:endParaRPr/>
          </a:p>
        </p:txBody>
      </p:sp>
      <p:sp>
        <p:nvSpPr>
          <p:cNvPr id="19" name="Google Shape;41;p33"/>
          <p:cNvSpPr txBox="1">
            <a:spLocks noGrp="1"/>
          </p:cNvSpPr>
          <p:nvPr>
            <p:ph type="body" idx="1"/>
          </p:nvPr>
        </p:nvSpPr>
        <p:spPr>
          <a:xfrm>
            <a:off x="2076994" y="1410789"/>
            <a:ext cx="9666016" cy="4663440"/>
          </a:xfrm>
          <a:prstGeom prst="rect">
            <a:avLst/>
          </a:prstGeom>
          <a:noFill/>
          <a:ln>
            <a:noFill/>
          </a:ln>
        </p:spPr>
        <p:txBody>
          <a:bodyPr spcFirstLastPara="1" wrap="square" lIns="91425" tIns="45700" rIns="91425" bIns="45700" anchor="t" anchorCtr="0">
            <a:normAutofit/>
          </a:bodyPr>
          <a:lstStyle>
            <a:lvl1pPr marL="457200" lvl="0" indent="-381000" algn="l">
              <a:lnSpc>
                <a:spcPct val="100000"/>
              </a:lnSpc>
              <a:spcBef>
                <a:spcPts val="480"/>
              </a:spcBef>
              <a:spcAft>
                <a:spcPts val="0"/>
              </a:spcAft>
              <a:buClr>
                <a:srgbClr val="009BAF"/>
              </a:buClr>
              <a:buSzPts val="2400"/>
              <a:buChar char="•"/>
              <a:defRPr>
                <a:latin typeface="Calibri"/>
                <a:ea typeface="Calibri"/>
                <a:cs typeface="Calibri"/>
                <a:sym typeface="Calibri"/>
              </a:defRPr>
            </a:lvl1pPr>
            <a:lvl2pPr marL="914400" lvl="1" indent="-355600" algn="l">
              <a:lnSpc>
                <a:spcPct val="100000"/>
              </a:lnSpc>
              <a:spcBef>
                <a:spcPts val="600"/>
              </a:spcBef>
              <a:spcAft>
                <a:spcPts val="0"/>
              </a:spcAft>
              <a:buSzPts val="2000"/>
              <a:buChar char="•"/>
              <a:defRPr>
                <a:latin typeface="Calibri"/>
                <a:ea typeface="Calibri"/>
                <a:cs typeface="Calibri"/>
                <a:sym typeface="Calibri"/>
              </a:defRPr>
            </a:lvl2pPr>
            <a:lvl3pPr marL="1371600" lvl="2" indent="-342900" algn="l">
              <a:lnSpc>
                <a:spcPct val="100000"/>
              </a:lnSpc>
              <a:spcBef>
                <a:spcPts val="600"/>
              </a:spcBef>
              <a:spcAft>
                <a:spcPts val="0"/>
              </a:spcAft>
              <a:buSzPts val="1800"/>
              <a:buChar char="•"/>
              <a:defRPr>
                <a:latin typeface="Calibri"/>
                <a:ea typeface="Calibri"/>
                <a:cs typeface="Calibri"/>
                <a:sym typeface="Calibri"/>
              </a:defRPr>
            </a:lvl3pPr>
            <a:lvl4pPr marL="1828800" lvl="3" indent="-330200" algn="l">
              <a:lnSpc>
                <a:spcPct val="100000"/>
              </a:lnSpc>
              <a:spcBef>
                <a:spcPts val="600"/>
              </a:spcBef>
              <a:spcAft>
                <a:spcPts val="0"/>
              </a:spcAft>
              <a:buSzPts val="1600"/>
              <a:buChar char="•"/>
              <a:defRPr>
                <a:latin typeface="Calibri"/>
                <a:ea typeface="Calibri"/>
                <a:cs typeface="Calibri"/>
                <a:sym typeface="Calibri"/>
              </a:defRPr>
            </a:lvl4pPr>
            <a:lvl5pPr marL="2286000" lvl="4" indent="-317500" algn="l">
              <a:lnSpc>
                <a:spcPct val="100000"/>
              </a:lnSpc>
              <a:spcBef>
                <a:spcPts val="600"/>
              </a:spcBef>
              <a:spcAft>
                <a:spcPts val="0"/>
              </a:spcAft>
              <a:buSzPts val="1400"/>
              <a:buChar char="•"/>
              <a:defRPr>
                <a:latin typeface="Calibri"/>
                <a:ea typeface="Calibri"/>
                <a:cs typeface="Calibri"/>
                <a:sym typeface="Calibri"/>
              </a:defRPr>
            </a:lvl5pPr>
            <a:lvl6pPr marL="2743200" lvl="5" indent="-394335" algn="l">
              <a:lnSpc>
                <a:spcPct val="100000"/>
              </a:lnSpc>
              <a:spcBef>
                <a:spcPts val="600"/>
              </a:spcBef>
              <a:spcAft>
                <a:spcPts val="0"/>
              </a:spcAft>
              <a:buSzPts val="2610"/>
              <a:buChar char="•"/>
              <a:defRPr/>
            </a:lvl6pPr>
            <a:lvl7pPr marL="3200400" lvl="6" indent="-394335" algn="l">
              <a:lnSpc>
                <a:spcPct val="100000"/>
              </a:lnSpc>
              <a:spcBef>
                <a:spcPts val="600"/>
              </a:spcBef>
              <a:spcAft>
                <a:spcPts val="0"/>
              </a:spcAft>
              <a:buSzPts val="2610"/>
              <a:buChar char="•"/>
              <a:defRPr/>
            </a:lvl7pPr>
            <a:lvl8pPr marL="3657600" lvl="7" indent="-394334" algn="l">
              <a:lnSpc>
                <a:spcPct val="100000"/>
              </a:lnSpc>
              <a:spcBef>
                <a:spcPts val="600"/>
              </a:spcBef>
              <a:spcAft>
                <a:spcPts val="0"/>
              </a:spcAft>
              <a:buSzPts val="2610"/>
              <a:buChar char="•"/>
              <a:defRPr/>
            </a:lvl8pPr>
            <a:lvl9pPr marL="4114800" lvl="8" indent="-394334" algn="l">
              <a:lnSpc>
                <a:spcPct val="100000"/>
              </a:lnSpc>
              <a:spcBef>
                <a:spcPts val="600"/>
              </a:spcBef>
              <a:spcAft>
                <a:spcPts val="600"/>
              </a:spcAft>
              <a:buSzPts val="2610"/>
              <a:buChar char="•"/>
              <a:defRPr/>
            </a:lvl9pPr>
          </a:lstStyle>
          <a:p>
            <a:pPr lvl="0"/>
            <a:r>
              <a:rPr lang="es-ES"/>
              <a:t>Editar el estilo de texto del patrón</a:t>
            </a:r>
          </a:p>
        </p:txBody>
      </p:sp>
      <p:sp>
        <p:nvSpPr>
          <p:cNvPr id="21" name="Google Shape;44;p33"/>
          <p:cNvSpPr/>
          <p:nvPr/>
        </p:nvSpPr>
        <p:spPr>
          <a:xfrm>
            <a:off x="0" y="2945986"/>
            <a:ext cx="1567543" cy="45719"/>
          </a:xfrm>
          <a:prstGeom prst="rect">
            <a:avLst/>
          </a:prstGeom>
          <a:solidFill>
            <a:schemeClr val="lt1"/>
          </a:solidFill>
          <a:ln w="158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3" name="Google Shape;46;p33"/>
          <p:cNvSpPr/>
          <p:nvPr/>
        </p:nvSpPr>
        <p:spPr>
          <a:xfrm>
            <a:off x="0" y="3762419"/>
            <a:ext cx="1567543" cy="45719"/>
          </a:xfrm>
          <a:prstGeom prst="rect">
            <a:avLst/>
          </a:prstGeom>
          <a:solidFill>
            <a:schemeClr val="lt1"/>
          </a:solidFill>
          <a:ln w="158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5" name="Google Shape;48;p33"/>
          <p:cNvSpPr/>
          <p:nvPr/>
        </p:nvSpPr>
        <p:spPr>
          <a:xfrm>
            <a:off x="0" y="4570864"/>
            <a:ext cx="1567543" cy="45719"/>
          </a:xfrm>
          <a:prstGeom prst="rect">
            <a:avLst/>
          </a:prstGeom>
          <a:solidFill>
            <a:schemeClr val="lt1"/>
          </a:solidFill>
          <a:ln w="158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6" name="Google Shape;38;p32">
            <a:extLst>
              <a:ext uri="{FF2B5EF4-FFF2-40B4-BE49-F238E27FC236}">
                <a16:creationId xmlns:a16="http://schemas.microsoft.com/office/drawing/2014/main" id="{3BADBE63-7757-4E76-8885-C6A2C7D40C63}"/>
              </a:ext>
            </a:extLst>
          </p:cNvPr>
          <p:cNvSpPr txBox="1">
            <a:spLocks noGrp="1"/>
          </p:cNvSpPr>
          <p:nvPr>
            <p:ph type="sldNum" idx="12"/>
          </p:nvPr>
        </p:nvSpPr>
        <p:spPr>
          <a:xfrm>
            <a:off x="11714226" y="6537426"/>
            <a:ext cx="471056" cy="309420"/>
          </a:xfrm>
          <a:prstGeom prst="rect">
            <a:avLst/>
          </a:prstGeom>
          <a:noFill/>
          <a:ln w="9525" cap="rnd" cmpd="sng">
            <a:noFill/>
            <a:prstDash val="solid"/>
            <a:round/>
            <a:headEnd type="none" w="sm" len="sm"/>
            <a:tailEnd type="none" w="sm" len="sm"/>
          </a:ln>
        </p:spPr>
        <p:txBody>
          <a:bodyPr spcFirstLastPara="1" wrap="square" lIns="91425" tIns="45700" rIns="91425" bIns="45700" anchor="ctr" anchorCtr="0">
            <a:noAutofit/>
          </a:bodyPr>
          <a:lstStyle>
            <a:lvl1pPr marL="0" marR="0" lvl="0"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1pPr>
            <a:lvl2pPr marL="0" marR="0" lvl="1"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2pPr>
            <a:lvl3pPr marL="0" marR="0" lvl="2"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3pPr>
            <a:lvl4pPr marL="0" marR="0" lvl="3"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4pPr>
            <a:lvl5pPr marL="0" marR="0" lvl="4"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5pPr>
            <a:lvl6pPr marL="0" marR="0" lvl="5"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6pPr>
            <a:lvl7pPr marL="0" marR="0" lvl="6"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7pPr>
            <a:lvl8pPr marL="0" marR="0" lvl="7"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8pPr>
            <a:lvl9pPr marL="0" marR="0" lvl="8"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CO" smtClean="0"/>
              <a:t>‹Nº›</a:t>
            </a:fld>
            <a:endParaRPr lang="es-CO"/>
          </a:p>
        </p:txBody>
      </p:sp>
    </p:spTree>
    <p:extLst>
      <p:ext uri="{BB962C8B-B14F-4D97-AF65-F5344CB8AC3E}">
        <p14:creationId xmlns:p14="http://schemas.microsoft.com/office/powerpoint/2010/main" val="276279618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Referencias">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endParaRPr lang="es-CO"/>
          </a:p>
        </p:txBody>
      </p:sp>
      <p:sp>
        <p:nvSpPr>
          <p:cNvPr id="5" name="Footer Placeholder 4"/>
          <p:cNvSpPr>
            <a:spLocks noGrp="1"/>
          </p:cNvSpPr>
          <p:nvPr>
            <p:ph type="ftr" sz="quarter" idx="11"/>
          </p:nvPr>
        </p:nvSpPr>
        <p:spPr/>
        <p:txBody>
          <a:bodyPr/>
          <a:lstStyle/>
          <a:p>
            <a:endParaRPr lang="es-CO"/>
          </a:p>
        </p:txBody>
      </p:sp>
      <p:sp>
        <p:nvSpPr>
          <p:cNvPr id="10" name="Google Shape;40;p33"/>
          <p:cNvSpPr txBox="1">
            <a:spLocks noGrp="1"/>
          </p:cNvSpPr>
          <p:nvPr>
            <p:ph type="title" hasCustomPrompt="1"/>
          </p:nvPr>
        </p:nvSpPr>
        <p:spPr>
          <a:xfrm>
            <a:off x="2076994" y="222069"/>
            <a:ext cx="9666016" cy="1018902"/>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4400"/>
              <a:buFont typeface="Calibri"/>
              <a:buNone/>
              <a:defRPr sz="4400" b="1" baseline="0">
                <a:solidFill>
                  <a:srgbClr val="009BAF"/>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s-CO"/>
              <a:t>REFERENCIAS</a:t>
            </a:r>
            <a:endParaRPr/>
          </a:p>
        </p:txBody>
      </p:sp>
      <p:sp>
        <p:nvSpPr>
          <p:cNvPr id="11" name="Google Shape;41;p33"/>
          <p:cNvSpPr txBox="1">
            <a:spLocks noGrp="1"/>
          </p:cNvSpPr>
          <p:nvPr>
            <p:ph type="body" idx="1"/>
          </p:nvPr>
        </p:nvSpPr>
        <p:spPr>
          <a:xfrm>
            <a:off x="2076994" y="2057401"/>
            <a:ext cx="9666016" cy="4016828"/>
          </a:xfrm>
          <a:prstGeom prst="rect">
            <a:avLst/>
          </a:prstGeom>
          <a:noFill/>
          <a:ln>
            <a:noFill/>
          </a:ln>
        </p:spPr>
        <p:txBody>
          <a:bodyPr spcFirstLastPara="1" wrap="square" lIns="91425" tIns="45700" rIns="91425" bIns="45700" anchor="t" anchorCtr="0">
            <a:normAutofit/>
          </a:bodyPr>
          <a:lstStyle>
            <a:lvl1pPr marL="457200" lvl="0" indent="-381000" algn="l">
              <a:lnSpc>
                <a:spcPct val="100000"/>
              </a:lnSpc>
              <a:spcBef>
                <a:spcPts val="480"/>
              </a:spcBef>
              <a:spcAft>
                <a:spcPts val="0"/>
              </a:spcAft>
              <a:buClr>
                <a:srgbClr val="009BAF"/>
              </a:buClr>
              <a:buSzPts val="2400"/>
              <a:buChar char="•"/>
              <a:defRPr>
                <a:latin typeface="Calibri"/>
                <a:ea typeface="Calibri"/>
                <a:cs typeface="Calibri"/>
                <a:sym typeface="Calibri"/>
              </a:defRPr>
            </a:lvl1pPr>
            <a:lvl2pPr marL="914400" lvl="1" indent="-355600" algn="l">
              <a:lnSpc>
                <a:spcPct val="100000"/>
              </a:lnSpc>
              <a:spcBef>
                <a:spcPts val="600"/>
              </a:spcBef>
              <a:spcAft>
                <a:spcPts val="0"/>
              </a:spcAft>
              <a:buSzPts val="2000"/>
              <a:buChar char="•"/>
              <a:defRPr>
                <a:latin typeface="Calibri"/>
                <a:ea typeface="Calibri"/>
                <a:cs typeface="Calibri"/>
                <a:sym typeface="Calibri"/>
              </a:defRPr>
            </a:lvl2pPr>
            <a:lvl3pPr marL="1371600" lvl="2" indent="-342900" algn="l">
              <a:lnSpc>
                <a:spcPct val="100000"/>
              </a:lnSpc>
              <a:spcBef>
                <a:spcPts val="600"/>
              </a:spcBef>
              <a:spcAft>
                <a:spcPts val="0"/>
              </a:spcAft>
              <a:buSzPts val="1800"/>
              <a:buChar char="•"/>
              <a:defRPr>
                <a:latin typeface="Calibri"/>
                <a:ea typeface="Calibri"/>
                <a:cs typeface="Calibri"/>
                <a:sym typeface="Calibri"/>
              </a:defRPr>
            </a:lvl3pPr>
            <a:lvl4pPr marL="1828800" lvl="3" indent="-330200" algn="l">
              <a:lnSpc>
                <a:spcPct val="100000"/>
              </a:lnSpc>
              <a:spcBef>
                <a:spcPts val="600"/>
              </a:spcBef>
              <a:spcAft>
                <a:spcPts val="0"/>
              </a:spcAft>
              <a:buSzPts val="1600"/>
              <a:buChar char="•"/>
              <a:defRPr>
                <a:latin typeface="Calibri"/>
                <a:ea typeface="Calibri"/>
                <a:cs typeface="Calibri"/>
                <a:sym typeface="Calibri"/>
              </a:defRPr>
            </a:lvl4pPr>
            <a:lvl5pPr marL="2286000" lvl="4" indent="-317500" algn="l">
              <a:lnSpc>
                <a:spcPct val="100000"/>
              </a:lnSpc>
              <a:spcBef>
                <a:spcPts val="600"/>
              </a:spcBef>
              <a:spcAft>
                <a:spcPts val="0"/>
              </a:spcAft>
              <a:buSzPts val="1400"/>
              <a:buChar char="•"/>
              <a:defRPr>
                <a:latin typeface="Calibri"/>
                <a:ea typeface="Calibri"/>
                <a:cs typeface="Calibri"/>
                <a:sym typeface="Calibri"/>
              </a:defRPr>
            </a:lvl5pPr>
            <a:lvl6pPr marL="2743200" lvl="5" indent="-394335" algn="l">
              <a:lnSpc>
                <a:spcPct val="100000"/>
              </a:lnSpc>
              <a:spcBef>
                <a:spcPts val="600"/>
              </a:spcBef>
              <a:spcAft>
                <a:spcPts val="0"/>
              </a:spcAft>
              <a:buSzPts val="2610"/>
              <a:buChar char="•"/>
              <a:defRPr/>
            </a:lvl6pPr>
            <a:lvl7pPr marL="3200400" lvl="6" indent="-394335" algn="l">
              <a:lnSpc>
                <a:spcPct val="100000"/>
              </a:lnSpc>
              <a:spcBef>
                <a:spcPts val="600"/>
              </a:spcBef>
              <a:spcAft>
                <a:spcPts val="0"/>
              </a:spcAft>
              <a:buSzPts val="2610"/>
              <a:buChar char="•"/>
              <a:defRPr/>
            </a:lvl7pPr>
            <a:lvl8pPr marL="3657600" lvl="7" indent="-394334" algn="l">
              <a:lnSpc>
                <a:spcPct val="100000"/>
              </a:lnSpc>
              <a:spcBef>
                <a:spcPts val="600"/>
              </a:spcBef>
              <a:spcAft>
                <a:spcPts val="0"/>
              </a:spcAft>
              <a:buSzPts val="2610"/>
              <a:buChar char="•"/>
              <a:defRPr/>
            </a:lvl8pPr>
            <a:lvl9pPr marL="4114800" lvl="8" indent="-394334" algn="l">
              <a:lnSpc>
                <a:spcPct val="100000"/>
              </a:lnSpc>
              <a:spcBef>
                <a:spcPts val="600"/>
              </a:spcBef>
              <a:spcAft>
                <a:spcPts val="600"/>
              </a:spcAft>
              <a:buSzPts val="2610"/>
              <a:buChar char="•"/>
              <a:defRPr/>
            </a:lvl9pPr>
          </a:lstStyle>
          <a:p>
            <a:pPr lvl="0"/>
            <a:r>
              <a:rPr lang="es-ES"/>
              <a:t>Editar el estilo de texto del patrón</a:t>
            </a:r>
          </a:p>
        </p:txBody>
      </p:sp>
      <p:sp>
        <p:nvSpPr>
          <p:cNvPr id="12" name="Google Shape;41;p33"/>
          <p:cNvSpPr txBox="1">
            <a:spLocks noGrp="1"/>
          </p:cNvSpPr>
          <p:nvPr>
            <p:ph type="body" idx="12" hasCustomPrompt="1"/>
          </p:nvPr>
        </p:nvSpPr>
        <p:spPr>
          <a:xfrm>
            <a:off x="2076994" y="1370695"/>
            <a:ext cx="9666016" cy="556981"/>
          </a:xfrm>
          <a:prstGeom prst="rect">
            <a:avLst/>
          </a:prstGeom>
          <a:noFill/>
          <a:ln>
            <a:noFill/>
          </a:ln>
        </p:spPr>
        <p:txBody>
          <a:bodyPr spcFirstLastPara="1" wrap="square" lIns="91425" tIns="45700" rIns="91425" bIns="45700" anchor="t" anchorCtr="0">
            <a:normAutofit/>
          </a:bodyPr>
          <a:lstStyle>
            <a:lvl1pPr marL="76200" lvl="0" indent="0" algn="ctr">
              <a:lnSpc>
                <a:spcPct val="100000"/>
              </a:lnSpc>
              <a:spcBef>
                <a:spcPts val="480"/>
              </a:spcBef>
              <a:spcAft>
                <a:spcPts val="0"/>
              </a:spcAft>
              <a:buClr>
                <a:srgbClr val="009BAF"/>
              </a:buClr>
              <a:buSzPts val="2400"/>
              <a:buNone/>
              <a:defRPr sz="2500" b="0" i="1" baseline="0">
                <a:latin typeface="Calibri"/>
                <a:ea typeface="Calibri"/>
                <a:cs typeface="Calibri"/>
                <a:sym typeface="Calibri"/>
              </a:defRPr>
            </a:lvl1pPr>
            <a:lvl2pPr marL="914400" lvl="1" indent="-355600" algn="l">
              <a:lnSpc>
                <a:spcPct val="100000"/>
              </a:lnSpc>
              <a:spcBef>
                <a:spcPts val="600"/>
              </a:spcBef>
              <a:spcAft>
                <a:spcPts val="0"/>
              </a:spcAft>
              <a:buSzPts val="2000"/>
              <a:buChar char="•"/>
              <a:defRPr>
                <a:latin typeface="Calibri"/>
                <a:ea typeface="Calibri"/>
                <a:cs typeface="Calibri"/>
                <a:sym typeface="Calibri"/>
              </a:defRPr>
            </a:lvl2pPr>
            <a:lvl3pPr marL="1371600" lvl="2" indent="-342900" algn="l">
              <a:lnSpc>
                <a:spcPct val="100000"/>
              </a:lnSpc>
              <a:spcBef>
                <a:spcPts val="600"/>
              </a:spcBef>
              <a:spcAft>
                <a:spcPts val="0"/>
              </a:spcAft>
              <a:buSzPts val="1800"/>
              <a:buChar char="•"/>
              <a:defRPr>
                <a:latin typeface="Calibri"/>
                <a:ea typeface="Calibri"/>
                <a:cs typeface="Calibri"/>
                <a:sym typeface="Calibri"/>
              </a:defRPr>
            </a:lvl3pPr>
            <a:lvl4pPr marL="1828800" lvl="3" indent="-330200" algn="l">
              <a:lnSpc>
                <a:spcPct val="100000"/>
              </a:lnSpc>
              <a:spcBef>
                <a:spcPts val="600"/>
              </a:spcBef>
              <a:spcAft>
                <a:spcPts val="0"/>
              </a:spcAft>
              <a:buSzPts val="1600"/>
              <a:buChar char="•"/>
              <a:defRPr>
                <a:latin typeface="Calibri"/>
                <a:ea typeface="Calibri"/>
                <a:cs typeface="Calibri"/>
                <a:sym typeface="Calibri"/>
              </a:defRPr>
            </a:lvl4pPr>
            <a:lvl5pPr marL="2286000" lvl="4" indent="-317500" algn="l">
              <a:lnSpc>
                <a:spcPct val="100000"/>
              </a:lnSpc>
              <a:spcBef>
                <a:spcPts val="600"/>
              </a:spcBef>
              <a:spcAft>
                <a:spcPts val="0"/>
              </a:spcAft>
              <a:buSzPts val="1400"/>
              <a:buChar char="•"/>
              <a:defRPr>
                <a:latin typeface="Calibri"/>
                <a:ea typeface="Calibri"/>
                <a:cs typeface="Calibri"/>
                <a:sym typeface="Calibri"/>
              </a:defRPr>
            </a:lvl5pPr>
            <a:lvl6pPr marL="2743200" lvl="5" indent="-394335" algn="l">
              <a:lnSpc>
                <a:spcPct val="100000"/>
              </a:lnSpc>
              <a:spcBef>
                <a:spcPts val="600"/>
              </a:spcBef>
              <a:spcAft>
                <a:spcPts val="0"/>
              </a:spcAft>
              <a:buSzPts val="2610"/>
              <a:buChar char="•"/>
              <a:defRPr/>
            </a:lvl6pPr>
            <a:lvl7pPr marL="3200400" lvl="6" indent="-394335" algn="l">
              <a:lnSpc>
                <a:spcPct val="100000"/>
              </a:lnSpc>
              <a:spcBef>
                <a:spcPts val="600"/>
              </a:spcBef>
              <a:spcAft>
                <a:spcPts val="0"/>
              </a:spcAft>
              <a:buSzPts val="2610"/>
              <a:buChar char="•"/>
              <a:defRPr/>
            </a:lvl7pPr>
            <a:lvl8pPr marL="3657600" lvl="7" indent="-394334" algn="l">
              <a:lnSpc>
                <a:spcPct val="100000"/>
              </a:lnSpc>
              <a:spcBef>
                <a:spcPts val="600"/>
              </a:spcBef>
              <a:spcAft>
                <a:spcPts val="0"/>
              </a:spcAft>
              <a:buSzPts val="2610"/>
              <a:buChar char="•"/>
              <a:defRPr/>
            </a:lvl8pPr>
            <a:lvl9pPr marL="4114800" lvl="8" indent="-394334" algn="l">
              <a:lnSpc>
                <a:spcPct val="100000"/>
              </a:lnSpc>
              <a:spcBef>
                <a:spcPts val="600"/>
              </a:spcBef>
              <a:spcAft>
                <a:spcPts val="600"/>
              </a:spcAft>
              <a:buSzPts val="2610"/>
              <a:buChar char="•"/>
              <a:defRPr/>
            </a:lvl9pPr>
          </a:lstStyle>
          <a:p>
            <a:r>
              <a:rPr lang="es-CO"/>
              <a:t>Material elaborado por: Daniel Correa – Paola Vallejo</a:t>
            </a:r>
            <a:endParaRPr/>
          </a:p>
        </p:txBody>
      </p:sp>
    </p:spTree>
    <p:extLst>
      <p:ext uri="{BB962C8B-B14F-4D97-AF65-F5344CB8AC3E}">
        <p14:creationId xmlns:p14="http://schemas.microsoft.com/office/powerpoint/2010/main" val="203040796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Gracias">
    <p:spTree>
      <p:nvGrpSpPr>
        <p:cNvPr id="1" name=""/>
        <p:cNvGrpSpPr/>
        <p:nvPr/>
      </p:nvGrpSpPr>
      <p:grpSpPr>
        <a:xfrm>
          <a:off x="0" y="0"/>
          <a:ext cx="0" cy="0"/>
          <a:chOff x="0" y="0"/>
          <a:chExt cx="0" cy="0"/>
        </a:xfrm>
      </p:grpSpPr>
      <p:sp>
        <p:nvSpPr>
          <p:cNvPr id="21" name="Google Shape;44;p33"/>
          <p:cNvSpPr/>
          <p:nvPr/>
        </p:nvSpPr>
        <p:spPr>
          <a:xfrm>
            <a:off x="0" y="2945986"/>
            <a:ext cx="1567543" cy="45719"/>
          </a:xfrm>
          <a:prstGeom prst="rect">
            <a:avLst/>
          </a:prstGeom>
          <a:solidFill>
            <a:schemeClr val="lt1"/>
          </a:solidFill>
          <a:ln w="158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3" name="Google Shape;46;p33"/>
          <p:cNvSpPr/>
          <p:nvPr/>
        </p:nvSpPr>
        <p:spPr>
          <a:xfrm>
            <a:off x="0" y="3762419"/>
            <a:ext cx="1567543" cy="45719"/>
          </a:xfrm>
          <a:prstGeom prst="rect">
            <a:avLst/>
          </a:prstGeom>
          <a:solidFill>
            <a:schemeClr val="lt1"/>
          </a:solidFill>
          <a:ln w="158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5" name="Google Shape;48;p33"/>
          <p:cNvSpPr/>
          <p:nvPr/>
        </p:nvSpPr>
        <p:spPr>
          <a:xfrm>
            <a:off x="0" y="4570864"/>
            <a:ext cx="1567543" cy="45719"/>
          </a:xfrm>
          <a:prstGeom prst="rect">
            <a:avLst/>
          </a:prstGeom>
          <a:solidFill>
            <a:schemeClr val="lt1"/>
          </a:solidFill>
          <a:ln w="158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pic>
        <p:nvPicPr>
          <p:cNvPr id="7" name="Imagen 6" descr="Imagen que contiene coral, calle, animal, agua&#10;&#10;Descripción generada automáticamente">
            <a:extLst>
              <a:ext uri="{FF2B5EF4-FFF2-40B4-BE49-F238E27FC236}">
                <a16:creationId xmlns:a16="http://schemas.microsoft.com/office/drawing/2014/main" id="{A5F3A245-A1F9-4A5B-8A86-780845E9665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0" name="CuadroTexto 9">
            <a:extLst>
              <a:ext uri="{FF2B5EF4-FFF2-40B4-BE49-F238E27FC236}">
                <a16:creationId xmlns:a16="http://schemas.microsoft.com/office/drawing/2014/main" id="{1372829B-FCDA-43E4-9B63-B4AC88469ACE}"/>
              </a:ext>
            </a:extLst>
          </p:cNvPr>
          <p:cNvSpPr txBox="1"/>
          <p:nvPr/>
        </p:nvSpPr>
        <p:spPr>
          <a:xfrm>
            <a:off x="442914" y="4306260"/>
            <a:ext cx="5829300" cy="1569660"/>
          </a:xfrm>
          <a:prstGeom prst="rect">
            <a:avLst/>
          </a:prstGeom>
          <a:noFill/>
        </p:spPr>
        <p:txBody>
          <a:bodyPr wrap="square" rtlCol="0">
            <a:spAutoFit/>
          </a:bodyPr>
          <a:lstStyle/>
          <a:p>
            <a:r>
              <a:rPr lang="es-CO" sz="9600" b="1">
                <a:ln w="15875" cap="flat">
                  <a:noFill/>
                  <a:prstDash val="solid"/>
                </a:ln>
                <a:solidFill>
                  <a:srgbClr val="02C9B6"/>
                </a:solidFill>
                <a:latin typeface="Arial" panose="020B0604020202020204" pitchFamily="34" charset="0"/>
                <a:ea typeface="Roboto" panose="02000000000000000000" pitchFamily="2" charset="0"/>
                <a:cs typeface="Arial" panose="020B0604020202020204" pitchFamily="34" charset="0"/>
              </a:rPr>
              <a:t>GRACIAS</a:t>
            </a:r>
          </a:p>
        </p:txBody>
      </p:sp>
      <p:sp>
        <p:nvSpPr>
          <p:cNvPr id="11" name="CuadroTexto 10">
            <a:extLst>
              <a:ext uri="{FF2B5EF4-FFF2-40B4-BE49-F238E27FC236}">
                <a16:creationId xmlns:a16="http://schemas.microsoft.com/office/drawing/2014/main" id="{FBE21F91-9CD8-45F8-8EE6-36309EE3AF62}"/>
              </a:ext>
            </a:extLst>
          </p:cNvPr>
          <p:cNvSpPr txBox="1"/>
          <p:nvPr/>
        </p:nvSpPr>
        <p:spPr>
          <a:xfrm>
            <a:off x="352425" y="6553199"/>
            <a:ext cx="2533650" cy="230832"/>
          </a:xfrm>
          <a:prstGeom prst="rect">
            <a:avLst/>
          </a:prstGeom>
          <a:noFill/>
        </p:spPr>
        <p:txBody>
          <a:bodyPr wrap="square" rtlCol="0">
            <a:spAutoFit/>
          </a:bodyPr>
          <a:lstStyle/>
          <a:p>
            <a:r>
              <a:rPr lang="es-CO" sz="900">
                <a:solidFill>
                  <a:schemeClr val="bg1"/>
                </a:solidFill>
              </a:rPr>
              <a:t>Vigilada </a:t>
            </a:r>
            <a:r>
              <a:rPr lang="es-CO" sz="900" err="1">
                <a:solidFill>
                  <a:schemeClr val="bg1"/>
                </a:solidFill>
              </a:rPr>
              <a:t>Mineducación</a:t>
            </a:r>
            <a:endParaRPr lang="es-CO" sz="900">
              <a:solidFill>
                <a:schemeClr val="bg1"/>
              </a:solidFill>
            </a:endParaRPr>
          </a:p>
        </p:txBody>
      </p:sp>
      <p:sp>
        <p:nvSpPr>
          <p:cNvPr id="12" name="Rectángulo 11">
            <a:extLst>
              <a:ext uri="{FF2B5EF4-FFF2-40B4-BE49-F238E27FC236}">
                <a16:creationId xmlns:a16="http://schemas.microsoft.com/office/drawing/2014/main" id="{0936407D-25E2-4917-A6B9-D0CDF493D1CA}"/>
              </a:ext>
            </a:extLst>
          </p:cNvPr>
          <p:cNvSpPr/>
          <p:nvPr/>
        </p:nvSpPr>
        <p:spPr>
          <a:xfrm>
            <a:off x="442914" y="4433865"/>
            <a:ext cx="5829300" cy="1314450"/>
          </a:xfrm>
          <a:prstGeom prst="rect">
            <a:avLst/>
          </a:prstGeom>
          <a:noFill/>
          <a:ln w="22225">
            <a:solidFill>
              <a:srgbClr val="02C9B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pic>
        <p:nvPicPr>
          <p:cNvPr id="13" name="Gráfico 6">
            <a:extLst>
              <a:ext uri="{FF2B5EF4-FFF2-40B4-BE49-F238E27FC236}">
                <a16:creationId xmlns:a16="http://schemas.microsoft.com/office/drawing/2014/main" id="{EED147EE-E3C8-45A1-A7EA-4A18FF84CC8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083826" y="5091090"/>
            <a:ext cx="6108174" cy="91951"/>
          </a:xfrm>
          <a:prstGeom prst="rect">
            <a:avLst/>
          </a:prstGeom>
        </p:spPr>
      </p:pic>
    </p:spTree>
    <p:extLst>
      <p:ext uri="{BB962C8B-B14F-4D97-AF65-F5344CB8AC3E}">
        <p14:creationId xmlns:p14="http://schemas.microsoft.com/office/powerpoint/2010/main" val="241498357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3_Diapositiva de título">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endParaRPr lang="es-CO"/>
          </a:p>
        </p:txBody>
      </p:sp>
      <p:sp>
        <p:nvSpPr>
          <p:cNvPr id="5" name="Footer Placeholder 4"/>
          <p:cNvSpPr>
            <a:spLocks noGrp="1"/>
          </p:cNvSpPr>
          <p:nvPr>
            <p:ph type="ftr" sz="quarter" idx="11"/>
          </p:nvPr>
        </p:nvSpPr>
        <p:spPr/>
        <p:txBody>
          <a:bodyPr/>
          <a:lstStyle/>
          <a:p>
            <a:endParaRPr lang="es-CO"/>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s-CO" smtClean="0"/>
              <a:t>‹Nº›</a:t>
            </a:fld>
            <a:endParaRPr lang="es-CO"/>
          </a:p>
        </p:txBody>
      </p:sp>
    </p:spTree>
    <p:extLst>
      <p:ext uri="{BB962C8B-B14F-4D97-AF65-F5344CB8AC3E}">
        <p14:creationId xmlns:p14="http://schemas.microsoft.com/office/powerpoint/2010/main" val="19336184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matchingName="Diapositiva de título" type="title">
  <p:cSld name="Diapositiva de título">
    <p:spTree>
      <p:nvGrpSpPr>
        <p:cNvPr id="1" name="Shape 22"/>
        <p:cNvGrpSpPr/>
        <p:nvPr/>
      </p:nvGrpSpPr>
      <p:grpSpPr>
        <a:xfrm>
          <a:off x="0" y="0"/>
          <a:ext cx="0" cy="0"/>
          <a:chOff x="0" y="0"/>
          <a:chExt cx="0" cy="0"/>
        </a:xfrm>
      </p:grpSpPr>
      <p:sp>
        <p:nvSpPr>
          <p:cNvPr id="30" name="Google Shape;30;p31"/>
          <p:cNvSpPr txBox="1">
            <a:spLocks noGrp="1"/>
          </p:cNvSpPr>
          <p:nvPr>
            <p:ph type="ctrTitle"/>
          </p:nvPr>
        </p:nvSpPr>
        <p:spPr>
          <a:xfrm>
            <a:off x="2928401" y="1380068"/>
            <a:ext cx="8574622" cy="2616199"/>
          </a:xfrm>
          <a:prstGeom prst="rect">
            <a:avLst/>
          </a:prstGeom>
          <a:noFill/>
          <a:ln>
            <a:noFill/>
          </a:ln>
        </p:spPr>
        <p:txBody>
          <a:bodyPr spcFirstLastPara="1" wrap="square" lIns="91425" tIns="45700" rIns="91425" bIns="45700" anchor="b" anchorCtr="0">
            <a:normAutofit/>
          </a:bodyPr>
          <a:lstStyle>
            <a:lvl1pPr lvl="0" algn="r">
              <a:lnSpc>
                <a:spcPct val="100000"/>
              </a:lnSpc>
              <a:spcBef>
                <a:spcPts val="0"/>
              </a:spcBef>
              <a:spcAft>
                <a:spcPts val="0"/>
              </a:spcAft>
              <a:buClr>
                <a:schemeClr val="dk1"/>
              </a:buClr>
              <a:buSzPts val="6000"/>
              <a:buFont typeface="Calibri"/>
              <a:buNone/>
              <a:defRPr sz="6000" b="1">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31"/>
          <p:cNvSpPr txBox="1">
            <a:spLocks noGrp="1"/>
          </p:cNvSpPr>
          <p:nvPr>
            <p:ph type="subTitle" idx="1"/>
          </p:nvPr>
        </p:nvSpPr>
        <p:spPr>
          <a:xfrm>
            <a:off x="4515377" y="3996267"/>
            <a:ext cx="6987645" cy="1388534"/>
          </a:xfrm>
          <a:prstGeom prst="rect">
            <a:avLst/>
          </a:prstGeom>
          <a:noFill/>
          <a:ln>
            <a:noFill/>
          </a:ln>
        </p:spPr>
        <p:txBody>
          <a:bodyPr spcFirstLastPara="1" wrap="square" lIns="91425" tIns="45700" rIns="91425" bIns="45700" anchor="t" anchorCtr="0">
            <a:normAutofit/>
          </a:bodyPr>
          <a:lstStyle>
            <a:lvl1pPr lvl="0" algn="r">
              <a:lnSpc>
                <a:spcPct val="100000"/>
              </a:lnSpc>
              <a:spcBef>
                <a:spcPts val="400"/>
              </a:spcBef>
              <a:spcAft>
                <a:spcPts val="0"/>
              </a:spcAft>
              <a:buSzPts val="2900"/>
              <a:buNone/>
              <a:defRPr sz="2000">
                <a:solidFill>
                  <a:schemeClr val="dk1"/>
                </a:solidFill>
                <a:latin typeface="Calibri"/>
                <a:ea typeface="Calibri"/>
                <a:cs typeface="Calibri"/>
                <a:sym typeface="Calibri"/>
              </a:defRPr>
            </a:lvl1pPr>
            <a:lvl2pPr lvl="1" algn="ctr">
              <a:lnSpc>
                <a:spcPct val="100000"/>
              </a:lnSpc>
              <a:spcBef>
                <a:spcPts val="600"/>
              </a:spcBef>
              <a:spcAft>
                <a:spcPts val="0"/>
              </a:spcAft>
              <a:buSzPts val="2900"/>
              <a:buNone/>
              <a:defRPr>
                <a:solidFill>
                  <a:srgbClr val="888888"/>
                </a:solidFill>
              </a:defRPr>
            </a:lvl2pPr>
            <a:lvl3pPr lvl="2" algn="ctr">
              <a:lnSpc>
                <a:spcPct val="100000"/>
              </a:lnSpc>
              <a:spcBef>
                <a:spcPts val="600"/>
              </a:spcBef>
              <a:spcAft>
                <a:spcPts val="0"/>
              </a:spcAft>
              <a:buSzPts val="2610"/>
              <a:buNone/>
              <a:defRPr>
                <a:solidFill>
                  <a:srgbClr val="888888"/>
                </a:solidFill>
              </a:defRPr>
            </a:lvl3pPr>
            <a:lvl4pPr lvl="3" algn="ctr">
              <a:lnSpc>
                <a:spcPct val="100000"/>
              </a:lnSpc>
              <a:spcBef>
                <a:spcPts val="600"/>
              </a:spcBef>
              <a:spcAft>
                <a:spcPts val="0"/>
              </a:spcAft>
              <a:buSzPts val="2320"/>
              <a:buNone/>
              <a:defRPr>
                <a:solidFill>
                  <a:srgbClr val="888888"/>
                </a:solidFill>
              </a:defRPr>
            </a:lvl4pPr>
            <a:lvl5pPr lvl="4" algn="ctr">
              <a:lnSpc>
                <a:spcPct val="100000"/>
              </a:lnSpc>
              <a:spcBef>
                <a:spcPts val="600"/>
              </a:spcBef>
              <a:spcAft>
                <a:spcPts val="0"/>
              </a:spcAft>
              <a:buSzPts val="2030"/>
              <a:buNone/>
              <a:defRPr>
                <a:solidFill>
                  <a:srgbClr val="888888"/>
                </a:solidFill>
              </a:defRPr>
            </a:lvl5pPr>
            <a:lvl6pPr lvl="5" algn="ctr">
              <a:lnSpc>
                <a:spcPct val="100000"/>
              </a:lnSpc>
              <a:spcBef>
                <a:spcPts val="600"/>
              </a:spcBef>
              <a:spcAft>
                <a:spcPts val="0"/>
              </a:spcAft>
              <a:buSzPts val="2030"/>
              <a:buNone/>
              <a:defRPr>
                <a:solidFill>
                  <a:srgbClr val="888888"/>
                </a:solidFill>
              </a:defRPr>
            </a:lvl6pPr>
            <a:lvl7pPr lvl="6" algn="ctr">
              <a:lnSpc>
                <a:spcPct val="100000"/>
              </a:lnSpc>
              <a:spcBef>
                <a:spcPts val="600"/>
              </a:spcBef>
              <a:spcAft>
                <a:spcPts val="0"/>
              </a:spcAft>
              <a:buSzPts val="2030"/>
              <a:buNone/>
              <a:defRPr>
                <a:solidFill>
                  <a:srgbClr val="888888"/>
                </a:solidFill>
              </a:defRPr>
            </a:lvl7pPr>
            <a:lvl8pPr lvl="7" algn="ctr">
              <a:lnSpc>
                <a:spcPct val="100000"/>
              </a:lnSpc>
              <a:spcBef>
                <a:spcPts val="600"/>
              </a:spcBef>
              <a:spcAft>
                <a:spcPts val="0"/>
              </a:spcAft>
              <a:buSzPts val="2030"/>
              <a:buNone/>
              <a:defRPr>
                <a:solidFill>
                  <a:srgbClr val="888888"/>
                </a:solidFill>
              </a:defRPr>
            </a:lvl8pPr>
            <a:lvl9pPr lvl="8" algn="ctr">
              <a:lnSpc>
                <a:spcPct val="100000"/>
              </a:lnSpc>
              <a:spcBef>
                <a:spcPts val="600"/>
              </a:spcBef>
              <a:spcAft>
                <a:spcPts val="600"/>
              </a:spcAft>
              <a:buSzPts val="2030"/>
              <a:buNone/>
              <a:defRPr>
                <a:solidFill>
                  <a:srgbClr val="888888"/>
                </a:solidFill>
              </a:defRPr>
            </a:lvl9pPr>
          </a:lstStyle>
          <a:p>
            <a:endParaRPr/>
          </a:p>
        </p:txBody>
      </p:sp>
      <p:sp>
        <p:nvSpPr>
          <p:cNvPr id="32" name="Google Shape;32;p31"/>
          <p:cNvSpPr txBox="1">
            <a:spLocks noGrp="1"/>
          </p:cNvSpPr>
          <p:nvPr>
            <p:ph type="dt" idx="10"/>
          </p:nvPr>
        </p:nvSpPr>
        <p:spPr>
          <a:xfrm>
            <a:off x="9732656" y="5883275"/>
            <a:ext cx="114300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3" name="Google Shape;33;p31"/>
          <p:cNvSpPr txBox="1">
            <a:spLocks noGrp="1"/>
          </p:cNvSpPr>
          <p:nvPr>
            <p:ph type="ftr" idx="11"/>
          </p:nvPr>
        </p:nvSpPr>
        <p:spPr>
          <a:xfrm>
            <a:off x="5332412" y="5883275"/>
            <a:ext cx="4324044"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4" name="Google Shape;34;p31"/>
          <p:cNvSpPr txBox="1">
            <a:spLocks noGrp="1"/>
          </p:cNvSpPr>
          <p:nvPr>
            <p:ph type="sldNum" idx="12"/>
          </p:nvPr>
        </p:nvSpPr>
        <p:spPr>
          <a:xfrm>
            <a:off x="10951856" y="5883275"/>
            <a:ext cx="551167"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CO"/>
              <a:t>‹Nº›</a:t>
            </a:fld>
            <a:endParaRPr/>
          </a:p>
        </p:txBody>
      </p:sp>
    </p:spTree>
    <p:extLst>
      <p:ext uri="{BB962C8B-B14F-4D97-AF65-F5344CB8AC3E}">
        <p14:creationId xmlns:p14="http://schemas.microsoft.com/office/powerpoint/2010/main" val="340132084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Título y objetos" type="obj">
  <p:cSld name="Título y objetos">
    <p:spTree>
      <p:nvGrpSpPr>
        <p:cNvPr id="1" name="Shape 35"/>
        <p:cNvGrpSpPr/>
        <p:nvPr/>
      </p:nvGrpSpPr>
      <p:grpSpPr>
        <a:xfrm>
          <a:off x="0" y="0"/>
          <a:ext cx="0" cy="0"/>
          <a:chOff x="0" y="0"/>
          <a:chExt cx="0" cy="0"/>
        </a:xfrm>
      </p:grpSpPr>
      <p:sp>
        <p:nvSpPr>
          <p:cNvPr id="36" name="Google Shape;36;p32"/>
          <p:cNvSpPr txBox="1">
            <a:spLocks noGrp="1"/>
          </p:cNvSpPr>
          <p:nvPr>
            <p:ph type="title"/>
          </p:nvPr>
        </p:nvSpPr>
        <p:spPr>
          <a:xfrm>
            <a:off x="1724297" y="274321"/>
            <a:ext cx="10018713" cy="1018902"/>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4400"/>
              <a:buFont typeface="Calibri"/>
              <a:buNone/>
              <a:defRPr sz="4400">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 name="Google Shape;37;p32"/>
          <p:cNvSpPr txBox="1">
            <a:spLocks noGrp="1"/>
          </p:cNvSpPr>
          <p:nvPr>
            <p:ph type="body" idx="1"/>
          </p:nvPr>
        </p:nvSpPr>
        <p:spPr>
          <a:xfrm>
            <a:off x="1724297" y="1410789"/>
            <a:ext cx="10018713" cy="4663440"/>
          </a:xfrm>
          <a:prstGeom prst="rect">
            <a:avLst/>
          </a:prstGeom>
          <a:noFill/>
          <a:ln>
            <a:noFill/>
          </a:ln>
        </p:spPr>
        <p:txBody>
          <a:bodyPr spcFirstLastPara="1" wrap="square" lIns="91425" tIns="45700" rIns="91425" bIns="45700" anchor="t" anchorCtr="0">
            <a:normAutofit/>
          </a:bodyPr>
          <a:lstStyle>
            <a:lvl1pPr marL="457200" lvl="0" indent="-449580" algn="l">
              <a:lnSpc>
                <a:spcPct val="100000"/>
              </a:lnSpc>
              <a:spcBef>
                <a:spcPts val="480"/>
              </a:spcBef>
              <a:spcAft>
                <a:spcPts val="0"/>
              </a:spcAft>
              <a:buSzPts val="3480"/>
              <a:buChar char="•"/>
              <a:defRPr>
                <a:latin typeface="Calibri"/>
                <a:ea typeface="Calibri"/>
                <a:cs typeface="Calibri"/>
                <a:sym typeface="Calibri"/>
              </a:defRPr>
            </a:lvl1pPr>
            <a:lvl2pPr marL="914400" lvl="1" indent="-412750" algn="l">
              <a:lnSpc>
                <a:spcPct val="100000"/>
              </a:lnSpc>
              <a:spcBef>
                <a:spcPts val="600"/>
              </a:spcBef>
              <a:spcAft>
                <a:spcPts val="0"/>
              </a:spcAft>
              <a:buSzPts val="2900"/>
              <a:buChar char="•"/>
              <a:defRPr>
                <a:latin typeface="Calibri"/>
                <a:ea typeface="Calibri"/>
                <a:cs typeface="Calibri"/>
                <a:sym typeface="Calibri"/>
              </a:defRPr>
            </a:lvl2pPr>
            <a:lvl3pPr marL="1371600" lvl="2" indent="-394335" algn="l">
              <a:lnSpc>
                <a:spcPct val="100000"/>
              </a:lnSpc>
              <a:spcBef>
                <a:spcPts val="600"/>
              </a:spcBef>
              <a:spcAft>
                <a:spcPts val="0"/>
              </a:spcAft>
              <a:buSzPts val="2610"/>
              <a:buChar char="•"/>
              <a:defRPr>
                <a:latin typeface="Calibri"/>
                <a:ea typeface="Calibri"/>
                <a:cs typeface="Calibri"/>
                <a:sym typeface="Calibri"/>
              </a:defRPr>
            </a:lvl3pPr>
            <a:lvl4pPr marL="1828800" lvl="3" indent="-375919" algn="l">
              <a:lnSpc>
                <a:spcPct val="100000"/>
              </a:lnSpc>
              <a:spcBef>
                <a:spcPts val="600"/>
              </a:spcBef>
              <a:spcAft>
                <a:spcPts val="0"/>
              </a:spcAft>
              <a:buSzPts val="2320"/>
              <a:buChar char="•"/>
              <a:defRPr>
                <a:latin typeface="Calibri"/>
                <a:ea typeface="Calibri"/>
                <a:cs typeface="Calibri"/>
                <a:sym typeface="Calibri"/>
              </a:defRPr>
            </a:lvl4pPr>
            <a:lvl5pPr marL="2286000" lvl="4" indent="-357504" algn="l">
              <a:lnSpc>
                <a:spcPct val="100000"/>
              </a:lnSpc>
              <a:spcBef>
                <a:spcPts val="600"/>
              </a:spcBef>
              <a:spcAft>
                <a:spcPts val="0"/>
              </a:spcAft>
              <a:buSzPts val="2030"/>
              <a:buChar char="•"/>
              <a:defRPr>
                <a:latin typeface="Calibri"/>
                <a:ea typeface="Calibri"/>
                <a:cs typeface="Calibri"/>
                <a:sym typeface="Calibri"/>
              </a:defRPr>
            </a:lvl5pPr>
            <a:lvl6pPr marL="2743200" lvl="5" indent="-394335" algn="l">
              <a:lnSpc>
                <a:spcPct val="100000"/>
              </a:lnSpc>
              <a:spcBef>
                <a:spcPts val="600"/>
              </a:spcBef>
              <a:spcAft>
                <a:spcPts val="0"/>
              </a:spcAft>
              <a:buSzPts val="2610"/>
              <a:buChar char="•"/>
              <a:defRPr/>
            </a:lvl6pPr>
            <a:lvl7pPr marL="3200400" lvl="6" indent="-394335" algn="l">
              <a:lnSpc>
                <a:spcPct val="100000"/>
              </a:lnSpc>
              <a:spcBef>
                <a:spcPts val="600"/>
              </a:spcBef>
              <a:spcAft>
                <a:spcPts val="0"/>
              </a:spcAft>
              <a:buSzPts val="2610"/>
              <a:buChar char="•"/>
              <a:defRPr/>
            </a:lvl7pPr>
            <a:lvl8pPr marL="3657600" lvl="7" indent="-394334" algn="l">
              <a:lnSpc>
                <a:spcPct val="100000"/>
              </a:lnSpc>
              <a:spcBef>
                <a:spcPts val="600"/>
              </a:spcBef>
              <a:spcAft>
                <a:spcPts val="0"/>
              </a:spcAft>
              <a:buSzPts val="2610"/>
              <a:buChar char="•"/>
              <a:defRPr/>
            </a:lvl8pPr>
            <a:lvl9pPr marL="4114800" lvl="8" indent="-394334" algn="l">
              <a:lnSpc>
                <a:spcPct val="100000"/>
              </a:lnSpc>
              <a:spcBef>
                <a:spcPts val="600"/>
              </a:spcBef>
              <a:spcAft>
                <a:spcPts val="600"/>
              </a:spcAft>
              <a:buSzPts val="2610"/>
              <a:buChar char="•"/>
              <a:defRPr/>
            </a:lvl9pPr>
          </a:lstStyle>
          <a:p>
            <a:endParaRPr/>
          </a:p>
        </p:txBody>
      </p:sp>
      <p:sp>
        <p:nvSpPr>
          <p:cNvPr id="38" name="Google Shape;38;p32"/>
          <p:cNvSpPr txBox="1">
            <a:spLocks noGrp="1"/>
          </p:cNvSpPr>
          <p:nvPr>
            <p:ph type="sldNum" idx="12"/>
          </p:nvPr>
        </p:nvSpPr>
        <p:spPr>
          <a:xfrm>
            <a:off x="11640833" y="6492875"/>
            <a:ext cx="551167" cy="365125"/>
          </a:xfrm>
          <a:prstGeom prst="rect">
            <a:avLst/>
          </a:prstGeom>
          <a:gradFill>
            <a:gsLst>
              <a:gs pos="0">
                <a:srgbClr val="AEAEAE"/>
              </a:gs>
              <a:gs pos="100000">
                <a:srgbClr val="6F6F6F"/>
              </a:gs>
            </a:gsLst>
            <a:lin ang="5400000" scaled="0"/>
          </a:gradFill>
          <a:ln w="9525" cap="rnd" cmpd="sng">
            <a:solidFill>
              <a:srgbClr val="A8A8A8"/>
            </a:solidFill>
            <a:prstDash val="solid"/>
            <a:round/>
            <a:headEnd type="none" w="sm" len="sm"/>
            <a:tailEnd type="none" w="sm" len="sm"/>
          </a:ln>
        </p:spPr>
        <p:txBody>
          <a:bodyPr spcFirstLastPara="1" wrap="square" lIns="91425" tIns="45700" rIns="91425" bIns="45700" anchor="ctr" anchorCtr="0">
            <a:noAutofit/>
          </a:bodyPr>
          <a:lstStyle>
            <a:lvl1pPr marL="0" marR="0" lvl="0"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1pPr>
            <a:lvl2pPr marL="0" marR="0" lvl="1"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2pPr>
            <a:lvl3pPr marL="0" marR="0" lvl="2"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3pPr>
            <a:lvl4pPr marL="0" marR="0" lvl="3"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4pPr>
            <a:lvl5pPr marL="0" marR="0" lvl="4"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5pPr>
            <a:lvl6pPr marL="0" marR="0" lvl="5"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6pPr>
            <a:lvl7pPr marL="0" marR="0" lvl="6"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7pPr>
            <a:lvl8pPr marL="0" marR="0" lvl="7"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8pPr>
            <a:lvl9pPr marL="0" marR="0" lvl="8"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9pPr>
          </a:lstStyle>
          <a:p>
            <a:pPr marL="0" lvl="0" indent="0" algn="ctr" rtl="0">
              <a:spcBef>
                <a:spcPts val="0"/>
              </a:spcBef>
              <a:spcAft>
                <a:spcPts val="0"/>
              </a:spcAft>
              <a:buNone/>
            </a:pPr>
            <a:fld id="{00000000-1234-1234-1234-123412341234}" type="slidenum">
              <a:rPr lang="es-CO"/>
              <a:t>‹Nº›</a:t>
            </a:fld>
            <a:endParaRPr/>
          </a:p>
        </p:txBody>
      </p:sp>
    </p:spTree>
    <p:extLst>
      <p:ext uri="{BB962C8B-B14F-4D97-AF65-F5344CB8AC3E}">
        <p14:creationId xmlns:p14="http://schemas.microsoft.com/office/powerpoint/2010/main" val="140485081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2_Título y objetos">
  <p:cSld name="2_Título y objetos">
    <p:spTree>
      <p:nvGrpSpPr>
        <p:cNvPr id="1" name="Shape 39"/>
        <p:cNvGrpSpPr/>
        <p:nvPr/>
      </p:nvGrpSpPr>
      <p:grpSpPr>
        <a:xfrm>
          <a:off x="0" y="0"/>
          <a:ext cx="0" cy="0"/>
          <a:chOff x="0" y="0"/>
          <a:chExt cx="0" cy="0"/>
        </a:xfrm>
      </p:grpSpPr>
      <p:sp>
        <p:nvSpPr>
          <p:cNvPr id="40" name="Google Shape;40;p33"/>
          <p:cNvSpPr txBox="1">
            <a:spLocks noGrp="1"/>
          </p:cNvSpPr>
          <p:nvPr>
            <p:ph type="title"/>
          </p:nvPr>
        </p:nvSpPr>
        <p:spPr>
          <a:xfrm>
            <a:off x="2076994" y="222069"/>
            <a:ext cx="9666016" cy="1018902"/>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4400"/>
              <a:buFont typeface="Calibri"/>
              <a:buNone/>
              <a:defRPr sz="4400">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1" name="Google Shape;41;p33"/>
          <p:cNvSpPr txBox="1">
            <a:spLocks noGrp="1"/>
          </p:cNvSpPr>
          <p:nvPr>
            <p:ph type="body" idx="1"/>
          </p:nvPr>
        </p:nvSpPr>
        <p:spPr>
          <a:xfrm>
            <a:off x="2076994" y="1410789"/>
            <a:ext cx="9666016" cy="4663440"/>
          </a:xfrm>
          <a:prstGeom prst="rect">
            <a:avLst/>
          </a:prstGeom>
          <a:noFill/>
          <a:ln>
            <a:noFill/>
          </a:ln>
        </p:spPr>
        <p:txBody>
          <a:bodyPr spcFirstLastPara="1" wrap="square" lIns="91425" tIns="45700" rIns="91425" bIns="45700" anchor="t" anchorCtr="0">
            <a:normAutofit/>
          </a:bodyPr>
          <a:lstStyle>
            <a:lvl1pPr marL="457200" lvl="0" indent="-381000" algn="l">
              <a:lnSpc>
                <a:spcPct val="100000"/>
              </a:lnSpc>
              <a:spcBef>
                <a:spcPts val="480"/>
              </a:spcBef>
              <a:spcAft>
                <a:spcPts val="0"/>
              </a:spcAft>
              <a:buSzPts val="2400"/>
              <a:buChar char="•"/>
              <a:defRPr>
                <a:latin typeface="Calibri"/>
                <a:ea typeface="Calibri"/>
                <a:cs typeface="Calibri"/>
                <a:sym typeface="Calibri"/>
              </a:defRPr>
            </a:lvl1pPr>
            <a:lvl2pPr marL="914400" lvl="1" indent="-355600" algn="l">
              <a:lnSpc>
                <a:spcPct val="100000"/>
              </a:lnSpc>
              <a:spcBef>
                <a:spcPts val="600"/>
              </a:spcBef>
              <a:spcAft>
                <a:spcPts val="0"/>
              </a:spcAft>
              <a:buSzPts val="2000"/>
              <a:buChar char="•"/>
              <a:defRPr>
                <a:latin typeface="Calibri"/>
                <a:ea typeface="Calibri"/>
                <a:cs typeface="Calibri"/>
                <a:sym typeface="Calibri"/>
              </a:defRPr>
            </a:lvl2pPr>
            <a:lvl3pPr marL="1371600" lvl="2" indent="-342900" algn="l">
              <a:lnSpc>
                <a:spcPct val="100000"/>
              </a:lnSpc>
              <a:spcBef>
                <a:spcPts val="600"/>
              </a:spcBef>
              <a:spcAft>
                <a:spcPts val="0"/>
              </a:spcAft>
              <a:buSzPts val="1800"/>
              <a:buChar char="•"/>
              <a:defRPr>
                <a:latin typeface="Calibri"/>
                <a:ea typeface="Calibri"/>
                <a:cs typeface="Calibri"/>
                <a:sym typeface="Calibri"/>
              </a:defRPr>
            </a:lvl3pPr>
            <a:lvl4pPr marL="1828800" lvl="3" indent="-330200" algn="l">
              <a:lnSpc>
                <a:spcPct val="100000"/>
              </a:lnSpc>
              <a:spcBef>
                <a:spcPts val="600"/>
              </a:spcBef>
              <a:spcAft>
                <a:spcPts val="0"/>
              </a:spcAft>
              <a:buSzPts val="1600"/>
              <a:buChar char="•"/>
              <a:defRPr>
                <a:latin typeface="Calibri"/>
                <a:ea typeface="Calibri"/>
                <a:cs typeface="Calibri"/>
                <a:sym typeface="Calibri"/>
              </a:defRPr>
            </a:lvl4pPr>
            <a:lvl5pPr marL="2286000" lvl="4" indent="-317500" algn="l">
              <a:lnSpc>
                <a:spcPct val="100000"/>
              </a:lnSpc>
              <a:spcBef>
                <a:spcPts val="600"/>
              </a:spcBef>
              <a:spcAft>
                <a:spcPts val="0"/>
              </a:spcAft>
              <a:buSzPts val="1400"/>
              <a:buChar char="•"/>
              <a:defRPr>
                <a:latin typeface="Calibri"/>
                <a:ea typeface="Calibri"/>
                <a:cs typeface="Calibri"/>
                <a:sym typeface="Calibri"/>
              </a:defRPr>
            </a:lvl5pPr>
            <a:lvl6pPr marL="2743200" lvl="5" indent="-394335" algn="l">
              <a:lnSpc>
                <a:spcPct val="100000"/>
              </a:lnSpc>
              <a:spcBef>
                <a:spcPts val="600"/>
              </a:spcBef>
              <a:spcAft>
                <a:spcPts val="0"/>
              </a:spcAft>
              <a:buSzPts val="2610"/>
              <a:buChar char="•"/>
              <a:defRPr/>
            </a:lvl6pPr>
            <a:lvl7pPr marL="3200400" lvl="6" indent="-394335" algn="l">
              <a:lnSpc>
                <a:spcPct val="100000"/>
              </a:lnSpc>
              <a:spcBef>
                <a:spcPts val="600"/>
              </a:spcBef>
              <a:spcAft>
                <a:spcPts val="0"/>
              </a:spcAft>
              <a:buSzPts val="2610"/>
              <a:buChar char="•"/>
              <a:defRPr/>
            </a:lvl7pPr>
            <a:lvl8pPr marL="3657600" lvl="7" indent="-394334" algn="l">
              <a:lnSpc>
                <a:spcPct val="100000"/>
              </a:lnSpc>
              <a:spcBef>
                <a:spcPts val="600"/>
              </a:spcBef>
              <a:spcAft>
                <a:spcPts val="0"/>
              </a:spcAft>
              <a:buSzPts val="2610"/>
              <a:buChar char="•"/>
              <a:defRPr/>
            </a:lvl8pPr>
            <a:lvl9pPr marL="4114800" lvl="8" indent="-394334" algn="l">
              <a:lnSpc>
                <a:spcPct val="100000"/>
              </a:lnSpc>
              <a:spcBef>
                <a:spcPts val="600"/>
              </a:spcBef>
              <a:spcAft>
                <a:spcPts val="600"/>
              </a:spcAft>
              <a:buSzPts val="2610"/>
              <a:buChar char="•"/>
              <a:defRPr/>
            </a:lvl9pPr>
          </a:lstStyle>
          <a:p>
            <a:endParaRPr/>
          </a:p>
        </p:txBody>
      </p:sp>
      <p:sp>
        <p:nvSpPr>
          <p:cNvPr id="42" name="Google Shape;42;p33"/>
          <p:cNvSpPr txBox="1">
            <a:spLocks noGrp="1"/>
          </p:cNvSpPr>
          <p:nvPr>
            <p:ph type="sldNum" idx="12"/>
          </p:nvPr>
        </p:nvSpPr>
        <p:spPr>
          <a:xfrm>
            <a:off x="11640833" y="6492875"/>
            <a:ext cx="551167" cy="365125"/>
          </a:xfrm>
          <a:prstGeom prst="rect">
            <a:avLst/>
          </a:prstGeom>
          <a:gradFill>
            <a:gsLst>
              <a:gs pos="0">
                <a:srgbClr val="AEAEAE"/>
              </a:gs>
              <a:gs pos="100000">
                <a:srgbClr val="6F6F6F"/>
              </a:gs>
            </a:gsLst>
            <a:lin ang="5400000" scaled="0"/>
          </a:gradFill>
          <a:ln w="9525" cap="rnd" cmpd="sng">
            <a:solidFill>
              <a:srgbClr val="A8A8A8"/>
            </a:solidFill>
            <a:prstDash val="solid"/>
            <a:round/>
            <a:headEnd type="none" w="sm" len="sm"/>
            <a:tailEnd type="none" w="sm" len="sm"/>
          </a:ln>
        </p:spPr>
        <p:txBody>
          <a:bodyPr spcFirstLastPara="1" wrap="square" lIns="91425" tIns="45700" rIns="91425" bIns="45700" anchor="ctr" anchorCtr="0">
            <a:noAutofit/>
          </a:bodyPr>
          <a:lstStyle>
            <a:lvl1pPr marL="0" marR="0" lvl="0"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1pPr>
            <a:lvl2pPr marL="0" marR="0" lvl="1"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2pPr>
            <a:lvl3pPr marL="0" marR="0" lvl="2"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3pPr>
            <a:lvl4pPr marL="0" marR="0" lvl="3"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4pPr>
            <a:lvl5pPr marL="0" marR="0" lvl="4"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5pPr>
            <a:lvl6pPr marL="0" marR="0" lvl="5"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6pPr>
            <a:lvl7pPr marL="0" marR="0" lvl="6"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7pPr>
            <a:lvl8pPr marL="0" marR="0" lvl="7"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8pPr>
            <a:lvl9pPr marL="0" marR="0" lvl="8"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9pPr>
          </a:lstStyle>
          <a:p>
            <a:pPr marL="0" lvl="0" indent="0" algn="ctr" rtl="0">
              <a:spcBef>
                <a:spcPts val="0"/>
              </a:spcBef>
              <a:spcAft>
                <a:spcPts val="0"/>
              </a:spcAft>
              <a:buNone/>
            </a:pPr>
            <a:fld id="{00000000-1234-1234-1234-123412341234}" type="slidenum">
              <a:rPr lang="es-CO"/>
              <a:t>‹Nº›</a:t>
            </a:fld>
            <a:endParaRPr/>
          </a:p>
        </p:txBody>
      </p:sp>
    </p:spTree>
    <p:extLst>
      <p:ext uri="{BB962C8B-B14F-4D97-AF65-F5344CB8AC3E}">
        <p14:creationId xmlns:p14="http://schemas.microsoft.com/office/powerpoint/2010/main" val="247354396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image" Target="../media/image1.jpeg"/><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28">
            <a:lum/>
          </a:blip>
          <a:srcRect/>
          <a:stretch>
            <a:fillRect/>
          </a:stretch>
        </a:blipFill>
        <a:effectLst/>
      </p:bgPr>
    </p:bg>
    <p:spTree>
      <p:nvGrpSpPr>
        <p:cNvPr id="1" name=""/>
        <p:cNvGrpSpPr/>
        <p:nvPr/>
      </p:nvGrpSpPr>
      <p:grpSpPr>
        <a:xfrm>
          <a:off x="0" y="0"/>
          <a:ext cx="0" cy="0"/>
          <a:chOff x="0" y="0"/>
          <a:chExt cx="0" cy="0"/>
        </a:xfrm>
      </p:grpSpPr>
      <p:sp>
        <p:nvSpPr>
          <p:cNvPr id="2" name="Marcador de título 1"/>
          <p:cNvSpPr>
            <a:spLocks noGrp="1"/>
          </p:cNvSpPr>
          <p:nvPr>
            <p:ph type="title"/>
          </p:nvPr>
        </p:nvSpPr>
        <p:spPr>
          <a:xfrm>
            <a:off x="838200" y="365126"/>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CO"/>
          </a:p>
        </p:txBody>
      </p:sp>
      <p:sp>
        <p:nvSpPr>
          <p:cNvPr id="3" name="Marcador de texto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p:cNvSpPr>
            <a:spLocks noGrp="1"/>
          </p:cNvSpPr>
          <p:nvPr>
            <p:ph type="dt" sz="half" idx="2"/>
          </p:nvPr>
        </p:nvSpPr>
        <p:spPr>
          <a:xfrm>
            <a:off x="838200" y="6356351"/>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s-CO"/>
          </a:p>
        </p:txBody>
      </p:sp>
      <p:sp>
        <p:nvSpPr>
          <p:cNvPr id="5" name="Marcador de pie de página 4"/>
          <p:cNvSpPr>
            <a:spLocks noGrp="1"/>
          </p:cNvSpPr>
          <p:nvPr>
            <p:ph type="ftr" sz="quarter" idx="3"/>
          </p:nvPr>
        </p:nvSpPr>
        <p:spPr>
          <a:xfrm>
            <a:off x="4038600" y="6356351"/>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CO"/>
          </a:p>
        </p:txBody>
      </p:sp>
      <p:sp>
        <p:nvSpPr>
          <p:cNvPr id="6" name="Marcador de número de diapositiva 5"/>
          <p:cNvSpPr>
            <a:spLocks noGrp="1"/>
          </p:cNvSpPr>
          <p:nvPr>
            <p:ph type="sldNum" sz="quarter" idx="4"/>
          </p:nvPr>
        </p:nvSpPr>
        <p:spPr>
          <a:xfrm>
            <a:off x="11598729" y="6492875"/>
            <a:ext cx="593271" cy="365125"/>
          </a:xfrm>
          <a:prstGeom prst="rect">
            <a:avLst/>
          </a:prstGeom>
        </p:spPr>
        <p:txBody>
          <a:bodyPr vert="horz" lIns="91440" tIns="45720" rIns="91440" bIns="45720" rtlCol="0" anchor="ctr"/>
          <a:lstStyle>
            <a:lvl1pPr algn="r">
              <a:defRPr sz="1200" b="1">
                <a:solidFill>
                  <a:schemeClr val="tx1"/>
                </a:solidFill>
              </a:defRPr>
            </a:lvl1pPr>
          </a:lstStyle>
          <a:p>
            <a:pPr marL="0" lvl="0" indent="0" algn="r" rtl="0">
              <a:spcBef>
                <a:spcPts val="0"/>
              </a:spcBef>
              <a:spcAft>
                <a:spcPts val="0"/>
              </a:spcAft>
              <a:buNone/>
            </a:pPr>
            <a:fld id="{00000000-1234-1234-1234-123412341234}" type="slidenum">
              <a:rPr lang="es-CO" smtClean="0"/>
              <a:t>‹Nº›</a:t>
            </a:fld>
            <a:endParaRPr lang="es-CO"/>
          </a:p>
        </p:txBody>
      </p:sp>
    </p:spTree>
    <p:extLst>
      <p:ext uri="{BB962C8B-B14F-4D97-AF65-F5344CB8AC3E}">
        <p14:creationId xmlns:p14="http://schemas.microsoft.com/office/powerpoint/2010/main" val="3379751757"/>
      </p:ext>
    </p:extLst>
  </p:cSld>
  <p:clrMap bg1="lt1" tx1="dk1" bg2="lt2" tx2="dk2" accent1="accent1" accent2="accent2" accent3="accent3" accent4="accent4" accent5="accent5" accent6="accent6" hlink="hlink" folHlink="folHlink"/>
  <p:sldLayoutIdLst>
    <p:sldLayoutId id="2147483674" r:id="rId1"/>
    <p:sldLayoutId id="2147483675" r:id="rId2"/>
    <p:sldLayoutId id="2147483676" r:id="rId3"/>
    <p:sldLayoutId id="2147483677" r:id="rId4"/>
    <p:sldLayoutId id="2147483678" r:id="rId5"/>
    <p:sldLayoutId id="2147483679" r:id="rId6"/>
    <p:sldLayoutId id="2147483680" r:id="rId7"/>
    <p:sldLayoutId id="2147483681" r:id="rId8"/>
    <p:sldLayoutId id="2147483682" r:id="rId9"/>
    <p:sldLayoutId id="2147483683" r:id="rId10"/>
    <p:sldLayoutId id="2147483699" r:id="rId11"/>
    <p:sldLayoutId id="2147483684" r:id="rId12"/>
    <p:sldLayoutId id="2147483685" r:id="rId13"/>
    <p:sldLayoutId id="2147483686" r:id="rId14"/>
    <p:sldLayoutId id="2147483687" r:id="rId15"/>
    <p:sldLayoutId id="2147483688" r:id="rId16"/>
    <p:sldLayoutId id="2147483689" r:id="rId17"/>
    <p:sldLayoutId id="2147483690" r:id="rId18"/>
    <p:sldLayoutId id="2147483691" r:id="rId19"/>
    <p:sldLayoutId id="2147483692" r:id="rId20"/>
    <p:sldLayoutId id="2147483693" r:id="rId21"/>
    <p:sldLayoutId id="2147483694" r:id="rId22"/>
    <p:sldLayoutId id="2147483695" r:id="rId23"/>
    <p:sldLayoutId id="2147483696" r:id="rId24"/>
    <p:sldLayoutId id="2147483697" r:id="rId25"/>
    <p:sldLayoutId id="2147483698" r:id="rId26"/>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9.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hyperlink" Target="https://www.youtube.com/watch?v=4hFkreMmX2Y" TargetMode="Externa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3" Type="http://schemas.openxmlformats.org/officeDocument/2006/relationships/hyperlink" Target="https://interactivavirtual.eafit.edu.co/d2l/home" TargetMode="External"/><Relationship Id="rId7" Type="http://schemas.openxmlformats.org/officeDocument/2006/relationships/image" Target="../media/image14.png"/><Relationship Id="rId2" Type="http://schemas.openxmlformats.org/officeDocument/2006/relationships/hyperlink" Target="https://teams.microsoft.com/" TargetMode="External"/><Relationship Id="rId1" Type="http://schemas.openxmlformats.org/officeDocument/2006/relationships/slideLayout" Target="../slideLayouts/slideLayout8.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1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8.xml"/><Relationship Id="rId4" Type="http://schemas.openxmlformats.org/officeDocument/2006/relationships/image" Target="../media/image17.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8.xml"/></Relationships>
</file>

<file path=ppt/slides/_rels/slide17.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4.xml"/><Relationship Id="rId1" Type="http://schemas.openxmlformats.org/officeDocument/2006/relationships/slideLayout" Target="../slideLayouts/slideLayout8.xml"/><Relationship Id="rId6" Type="http://schemas.openxmlformats.org/officeDocument/2006/relationships/hyperlink" Target="https://www.amazon.com/dp/B0BQN5FF55" TargetMode="External"/><Relationship Id="rId5" Type="http://schemas.openxmlformats.org/officeDocument/2006/relationships/image" Target="../media/image21.jpeg"/><Relationship Id="rId4" Type="http://schemas.openxmlformats.org/officeDocument/2006/relationships/image" Target="../media/image20.jpe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image" Target="../media/image22.emf"/><Relationship Id="rId1" Type="http://schemas.openxmlformats.org/officeDocument/2006/relationships/slideLayout" Target="../slideLayouts/slideLayout9.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10.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hyperlink" Target="mailto:coordinacionpc@eafit.edu.co" TargetMode="External"/><Relationship Id="rId1" Type="http://schemas.openxmlformats.org/officeDocument/2006/relationships/slideLayout" Target="../slideLayouts/slideLayout10.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chart" Target="../charts/chart1.xml"/><Relationship Id="rId1" Type="http://schemas.openxmlformats.org/officeDocument/2006/relationships/slideLayout" Target="../slideLayouts/slideLayout1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05"/>
        <p:cNvGrpSpPr/>
        <p:nvPr/>
      </p:nvGrpSpPr>
      <p:grpSpPr>
        <a:xfrm>
          <a:off x="0" y="0"/>
          <a:ext cx="0" cy="0"/>
          <a:chOff x="0" y="0"/>
          <a:chExt cx="0" cy="0"/>
        </a:xfrm>
      </p:grpSpPr>
      <p:sp>
        <p:nvSpPr>
          <p:cNvPr id="206" name="Google Shape;206;p1"/>
          <p:cNvSpPr txBox="1">
            <a:spLocks noGrp="1"/>
          </p:cNvSpPr>
          <p:nvPr>
            <p:ph type="title"/>
          </p:nvPr>
        </p:nvSpPr>
        <p:spPr>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chemeClr val="dk1"/>
              </a:buClr>
              <a:buSzPts val="6000"/>
              <a:buFont typeface="Calibri"/>
              <a:buNone/>
            </a:pPr>
            <a:r>
              <a:rPr lang="es-CO" sz="6600"/>
              <a:t>Presentación del curso</a:t>
            </a:r>
            <a:endParaRPr sz="660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12"/>
        <p:cNvGrpSpPr/>
        <p:nvPr/>
      </p:nvGrpSpPr>
      <p:grpSpPr>
        <a:xfrm>
          <a:off x="0" y="0"/>
          <a:ext cx="0" cy="0"/>
          <a:chOff x="0" y="0"/>
          <a:chExt cx="0" cy="0"/>
        </a:xfrm>
      </p:grpSpPr>
      <p:sp>
        <p:nvSpPr>
          <p:cNvPr id="213" name="Google Shape;213;p2"/>
          <p:cNvSpPr txBox="1">
            <a:spLocks noGrp="1"/>
          </p:cNvSpPr>
          <p:nvPr>
            <p:ph type="title"/>
          </p:nvPr>
        </p:nvSpPr>
        <p:spPr>
          <a:prstGeom prst="rect">
            <a:avLst/>
          </a:prstGeom>
          <a:noFill/>
          <a:ln>
            <a:noFill/>
          </a:ln>
        </p:spPr>
        <p:txBody>
          <a:bodyPr spcFirstLastPara="1" wrap="square" lIns="91425" tIns="45700" rIns="91425" bIns="45700" anchor="ctr" anchorCtr="0">
            <a:normAutofit fontScale="90000"/>
          </a:bodyPr>
          <a:lstStyle/>
          <a:p>
            <a:pPr marL="0" lvl="0" indent="0" algn="ctr" rtl="0">
              <a:lnSpc>
                <a:spcPct val="100000"/>
              </a:lnSpc>
              <a:spcBef>
                <a:spcPts val="0"/>
              </a:spcBef>
              <a:spcAft>
                <a:spcPts val="0"/>
              </a:spcAft>
              <a:buClr>
                <a:schemeClr val="dk1"/>
              </a:buClr>
              <a:buSzPts val="4400"/>
              <a:buFont typeface="Calibri"/>
              <a:buNone/>
            </a:pPr>
            <a:r>
              <a:rPr lang="es-CO"/>
              <a:t>Agenda</a:t>
            </a:r>
            <a:endParaRPr/>
          </a:p>
        </p:txBody>
      </p:sp>
      <p:sp>
        <p:nvSpPr>
          <p:cNvPr id="214" name="Google Shape;214;p2"/>
          <p:cNvSpPr txBox="1">
            <a:spLocks noGrp="1"/>
          </p:cNvSpPr>
          <p:nvPr>
            <p:ph type="body" idx="1"/>
          </p:nvPr>
        </p:nvSpPr>
        <p:spPr>
          <a:prstGeom prst="rect">
            <a:avLst/>
          </a:prstGeom>
          <a:noFill/>
          <a:ln>
            <a:noFill/>
          </a:ln>
        </p:spPr>
        <p:txBody>
          <a:bodyPr spcFirstLastPara="1" wrap="square" lIns="91425" tIns="45700" rIns="91425" bIns="45700" anchor="ctr" anchorCtr="0">
            <a:normAutofit/>
          </a:bodyPr>
          <a:lstStyle/>
          <a:p>
            <a:pPr marL="457200" lvl="0" indent="-457200">
              <a:spcBef>
                <a:spcPts val="0"/>
              </a:spcBef>
              <a:buSzPts val="2400"/>
              <a:buFont typeface="Calibri"/>
              <a:buAutoNum type="arabicPeriod"/>
            </a:pPr>
            <a:r>
              <a:rPr lang="es-ES" b="1"/>
              <a:t>Presentación del curso</a:t>
            </a:r>
          </a:p>
          <a:p>
            <a:pPr marL="457200" lvl="0" indent="-457200">
              <a:spcBef>
                <a:spcPts val="0"/>
              </a:spcBef>
              <a:buSzPts val="2400"/>
              <a:buFont typeface="Calibri"/>
              <a:buAutoNum type="arabicPeriod"/>
            </a:pPr>
            <a:r>
              <a:rPr lang="es-ES"/>
              <a:t>Metodología del curso</a:t>
            </a:r>
          </a:p>
          <a:p>
            <a:pPr marL="457200" lvl="0" indent="-457200">
              <a:spcBef>
                <a:spcPts val="0"/>
              </a:spcBef>
              <a:buSzPts val="2400"/>
              <a:buFont typeface="Calibri"/>
              <a:buAutoNum type="arabicPeriod"/>
            </a:pPr>
            <a:r>
              <a:rPr lang="es-ES"/>
              <a:t>Contenido detallado</a:t>
            </a:r>
          </a:p>
          <a:p>
            <a:pPr marL="457200" lvl="0" indent="-457200">
              <a:spcBef>
                <a:spcPts val="0"/>
              </a:spcBef>
              <a:buSzPts val="2400"/>
              <a:buFont typeface="Calibri"/>
              <a:buAutoNum type="arabicPeriod"/>
            </a:pPr>
            <a:r>
              <a:rPr lang="es-ES"/>
              <a:t>Evaluaciones</a:t>
            </a:r>
          </a:p>
          <a:p>
            <a:pPr marL="457200" lvl="0" indent="-457200">
              <a:spcBef>
                <a:spcPts val="0"/>
              </a:spcBef>
              <a:buSzPts val="2400"/>
              <a:buFont typeface="Calibri"/>
              <a:buAutoNum type="arabicPeriod"/>
            </a:pPr>
            <a:r>
              <a:rPr lang="es-ES" err="1"/>
              <a:t>Tips</a:t>
            </a:r>
            <a:endParaRPr lang="es-E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1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1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1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1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14">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F941113-DA2D-4C59-BB41-60CEF52FB088}"/>
              </a:ext>
            </a:extLst>
          </p:cNvPr>
          <p:cNvSpPr>
            <a:spLocks noGrp="1"/>
          </p:cNvSpPr>
          <p:nvPr>
            <p:ph type="title"/>
          </p:nvPr>
        </p:nvSpPr>
        <p:spPr/>
        <p:txBody>
          <a:bodyPr/>
          <a:lstStyle/>
          <a:p>
            <a:r>
              <a:rPr lang="es-CO"/>
              <a:t>El programador como el poeta…</a:t>
            </a:r>
          </a:p>
        </p:txBody>
      </p:sp>
      <p:sp>
        <p:nvSpPr>
          <p:cNvPr id="3" name="Marcador de texto 2">
            <a:extLst>
              <a:ext uri="{FF2B5EF4-FFF2-40B4-BE49-F238E27FC236}">
                <a16:creationId xmlns:a16="http://schemas.microsoft.com/office/drawing/2014/main" id="{53658A33-C1D6-4432-A7DD-89E7E73BECC1}"/>
              </a:ext>
            </a:extLst>
          </p:cNvPr>
          <p:cNvSpPr>
            <a:spLocks noGrp="1"/>
          </p:cNvSpPr>
          <p:nvPr>
            <p:ph type="body" idx="1"/>
          </p:nvPr>
        </p:nvSpPr>
        <p:spPr>
          <a:xfrm>
            <a:off x="2076994" y="1410789"/>
            <a:ext cx="5719987" cy="4663440"/>
          </a:xfrm>
        </p:spPr>
        <p:txBody>
          <a:bodyPr anchor="ctr">
            <a:normAutofit/>
          </a:bodyPr>
          <a:lstStyle/>
          <a:p>
            <a:pPr algn="just"/>
            <a:r>
              <a:rPr lang="es-CO" sz="2200"/>
              <a:t>El programador, como el poeta, trabaja apenas ligeramente separado de pensamientos puros (inmateriales). Construye sus castillos en el aire, de aire, </a:t>
            </a:r>
            <a:r>
              <a:rPr lang="es-CO" sz="2200" b="1"/>
              <a:t>creando mediante el esfuerzo de la imaginación</a:t>
            </a:r>
            <a:r>
              <a:rPr lang="es-CO" sz="2200"/>
              <a:t>.</a:t>
            </a:r>
          </a:p>
          <a:p>
            <a:pPr algn="just"/>
            <a:endParaRPr lang="es-CO" sz="2200"/>
          </a:p>
          <a:p>
            <a:pPr algn="just"/>
            <a:r>
              <a:rPr lang="es-CO" sz="2200"/>
              <a:t>Comenzamos con una página en blanco, y podemos crear casi cualquier cosa que podamos imaginar. </a:t>
            </a:r>
            <a:r>
              <a:rPr lang="es-CO" sz="2200" b="1"/>
              <a:t>Y las cosas que creamos pueden cambiar el mundo</a:t>
            </a:r>
            <a:r>
              <a:rPr lang="es-CO" sz="2200"/>
              <a:t>.</a:t>
            </a:r>
          </a:p>
          <a:p>
            <a:pPr marL="0" indent="0" algn="r">
              <a:buNone/>
            </a:pPr>
            <a:r>
              <a:rPr lang="es-CO" sz="2200"/>
              <a:t>-Fred Brooks</a:t>
            </a:r>
          </a:p>
          <a:p>
            <a:endParaRPr lang="es-CO"/>
          </a:p>
        </p:txBody>
      </p:sp>
      <p:sp>
        <p:nvSpPr>
          <p:cNvPr id="4" name="Marcador de número de diapositiva 3">
            <a:extLst>
              <a:ext uri="{FF2B5EF4-FFF2-40B4-BE49-F238E27FC236}">
                <a16:creationId xmlns:a16="http://schemas.microsoft.com/office/drawing/2014/main" id="{B163646D-DA48-4DBC-B210-FC95B86E01FA}"/>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s-CO" smtClean="0"/>
              <a:t>3</a:t>
            </a:fld>
            <a:endParaRPr lang="es-CO"/>
          </a:p>
        </p:txBody>
      </p:sp>
      <p:pic>
        <p:nvPicPr>
          <p:cNvPr id="6" name="Imagen 5" descr="Imagen que contiene Icono&#10;&#10;Descripción generada automáticamente">
            <a:extLst>
              <a:ext uri="{FF2B5EF4-FFF2-40B4-BE49-F238E27FC236}">
                <a16:creationId xmlns:a16="http://schemas.microsoft.com/office/drawing/2014/main" id="{3F65AAC3-924D-42A7-8485-D5FF923910FC}"/>
              </a:ext>
            </a:extLst>
          </p:cNvPr>
          <p:cNvPicPr>
            <a:picLocks noChangeAspect="1"/>
          </p:cNvPicPr>
          <p:nvPr/>
        </p:nvPicPr>
        <p:blipFill>
          <a:blip r:embed="rId2"/>
          <a:stretch>
            <a:fillRect/>
          </a:stretch>
        </p:blipFill>
        <p:spPr>
          <a:xfrm>
            <a:off x="9096682" y="1523996"/>
            <a:ext cx="1760220" cy="3200400"/>
          </a:xfrm>
          <a:prstGeom prst="rect">
            <a:avLst/>
          </a:prstGeom>
        </p:spPr>
      </p:pic>
      <p:pic>
        <p:nvPicPr>
          <p:cNvPr id="1028" name="Picture 4">
            <a:extLst>
              <a:ext uri="{FF2B5EF4-FFF2-40B4-BE49-F238E27FC236}">
                <a16:creationId xmlns:a16="http://schemas.microsoft.com/office/drawing/2014/main" id="{9ADDCFD5-2A6A-4F3B-8169-34351FEEEC3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05001" y="4975739"/>
            <a:ext cx="3343582" cy="69709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493535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6"/>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02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06B2910-961E-48E9-9B12-BF73B8D148EA}"/>
              </a:ext>
            </a:extLst>
          </p:cNvPr>
          <p:cNvSpPr>
            <a:spLocks noGrp="1"/>
          </p:cNvSpPr>
          <p:nvPr>
            <p:ph type="title"/>
          </p:nvPr>
        </p:nvSpPr>
        <p:spPr/>
        <p:txBody>
          <a:bodyPr/>
          <a:lstStyle/>
          <a:p>
            <a:r>
              <a:rPr lang="es-CO"/>
              <a:t>Información del Docente</a:t>
            </a:r>
          </a:p>
        </p:txBody>
      </p:sp>
      <p:sp>
        <p:nvSpPr>
          <p:cNvPr id="4" name="Marcador de número de diapositiva 3">
            <a:extLst>
              <a:ext uri="{FF2B5EF4-FFF2-40B4-BE49-F238E27FC236}">
                <a16:creationId xmlns:a16="http://schemas.microsoft.com/office/drawing/2014/main" id="{A7F8ED71-DDCF-4081-BBF9-845170694C06}"/>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s-CO" smtClean="0"/>
              <a:t>4</a:t>
            </a:fld>
            <a:endParaRPr lang="es-CO"/>
          </a:p>
        </p:txBody>
      </p:sp>
      <p:sp>
        <p:nvSpPr>
          <p:cNvPr id="7" name="Rectangle 1">
            <a:extLst>
              <a:ext uri="{FF2B5EF4-FFF2-40B4-BE49-F238E27FC236}">
                <a16:creationId xmlns:a16="http://schemas.microsoft.com/office/drawing/2014/main" id="{E52E0E54-9D6B-ACE2-942F-9A68EDEF1ECE}"/>
              </a:ext>
            </a:extLst>
          </p:cNvPr>
          <p:cNvSpPr txBox="1">
            <a:spLocks/>
          </p:cNvSpPr>
          <p:nvPr/>
        </p:nvSpPr>
        <p:spPr bwMode="auto">
          <a:xfrm>
            <a:off x="1523294" y="1240971"/>
            <a:ext cx="4470887" cy="13636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eaLnBrk="1" hangingPunct="1"/>
            <a:r>
              <a:rPr lang="es-ES" altLang="es-CO" sz="2400" dirty="0">
                <a:cs typeface="Times New Roman" panose="02020603050405020304" pitchFamily="18" charset="0"/>
              </a:rPr>
              <a:t>Profesor:</a:t>
            </a:r>
          </a:p>
          <a:p>
            <a:pPr algn="ctr" eaLnBrk="1" hangingPunct="1"/>
            <a:r>
              <a:rPr lang="es-ES" altLang="es-CO" sz="2400" dirty="0">
                <a:cs typeface="Times New Roman" panose="02020603050405020304" pitchFamily="18" charset="0"/>
              </a:rPr>
              <a:t>Andrés F. Puerta</a:t>
            </a:r>
          </a:p>
          <a:p>
            <a:pPr algn="ctr"/>
            <a:r>
              <a:rPr lang="es-CO" sz="2400" dirty="0">
                <a:ln w="0"/>
                <a:solidFill>
                  <a:schemeClr val="accent2">
                    <a:lumMod val="75000"/>
                  </a:schemeClr>
                </a:solidFill>
                <a:effectLst>
                  <a:outerShdw blurRad="38100" dist="19050" dir="2700000" algn="tl" rotWithShape="0">
                    <a:schemeClr val="dk1">
                      <a:alpha val="40000"/>
                    </a:schemeClr>
                  </a:outerShdw>
                </a:effectLst>
                <a:latin typeface="Arial" panose="020B0604020202020204" pitchFamily="34" charset="0"/>
                <a:cs typeface="Arial" panose="020B0604020202020204" pitchFamily="34" charset="0"/>
              </a:rPr>
              <a:t>afpuertav@eafit.edu.co</a:t>
            </a:r>
          </a:p>
          <a:p>
            <a:pPr algn="ctr" eaLnBrk="1" hangingPunct="1"/>
            <a:r>
              <a:rPr lang="es-ES" altLang="es-CO" sz="2400" dirty="0">
                <a:solidFill>
                  <a:schemeClr val="accent2"/>
                </a:solidFill>
                <a:cs typeface="Times New Roman" panose="02020603050405020304" pitchFamily="18" charset="0"/>
              </a:rPr>
              <a:t> </a:t>
            </a:r>
          </a:p>
        </p:txBody>
      </p:sp>
      <p:pic>
        <p:nvPicPr>
          <p:cNvPr id="8" name="Imagen 7" descr="Un hombre con una camisa azul&#10;&#10;Descripción generada automáticamente">
            <a:extLst>
              <a:ext uri="{FF2B5EF4-FFF2-40B4-BE49-F238E27FC236}">
                <a16:creationId xmlns:a16="http://schemas.microsoft.com/office/drawing/2014/main" id="{6EFB7423-FA2C-DCCB-197B-75891488E232}"/>
              </a:ext>
            </a:extLst>
          </p:cNvPr>
          <p:cNvPicPr>
            <a:picLocks noChangeAspect="1"/>
          </p:cNvPicPr>
          <p:nvPr/>
        </p:nvPicPr>
        <p:blipFill rotWithShape="1">
          <a:blip r:embed="rId2"/>
          <a:srcRect l="41894" t="3334" r="417" b="9287"/>
          <a:stretch/>
        </p:blipFill>
        <p:spPr>
          <a:xfrm>
            <a:off x="2166597" y="2584104"/>
            <a:ext cx="2974418" cy="3004379"/>
          </a:xfrm>
          <a:prstGeom prst="ellipse">
            <a:avLst/>
          </a:prstGeom>
        </p:spPr>
      </p:pic>
      <p:sp>
        <p:nvSpPr>
          <p:cNvPr id="9" name="Rectangle 2">
            <a:extLst>
              <a:ext uri="{FF2B5EF4-FFF2-40B4-BE49-F238E27FC236}">
                <a16:creationId xmlns:a16="http://schemas.microsoft.com/office/drawing/2014/main" id="{6F12BAC0-37C8-2EA6-6488-35BDBCC805A0}"/>
              </a:ext>
            </a:extLst>
          </p:cNvPr>
          <p:cNvSpPr txBox="1">
            <a:spLocks/>
          </p:cNvSpPr>
          <p:nvPr/>
        </p:nvSpPr>
        <p:spPr>
          <a:xfrm>
            <a:off x="1760048" y="5747579"/>
            <a:ext cx="3787516" cy="777498"/>
          </a:xfrm>
          <a:prstGeom prst="rect">
            <a:avLst/>
          </a:prstGeom>
          <a:noFill/>
          <a:ln>
            <a:noFill/>
          </a:ln>
        </p:spPr>
        <p:txBody>
          <a:bodyPr spcFirstLastPara="1" vert="horz" wrap="square" lIns="91425" tIns="45700" rIns="91425" bIns="45700" rtlCol="0" anchor="t" anchorCtr="0">
            <a:noAutofit/>
          </a:bodyP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76200" indent="0" algn="ctr">
              <a:buNone/>
              <a:defRPr/>
            </a:pPr>
            <a:r>
              <a:rPr lang="es-ES" sz="1600" dirty="0">
                <a:latin typeface="Arial" panose="020B0604020202020204" pitchFamily="34" charset="0"/>
                <a:cs typeface="Arial" panose="020B0604020202020204" pitchFamily="34" charset="0"/>
              </a:rPr>
              <a:t>Profesor de c</a:t>
            </a:r>
            <a:r>
              <a:rPr lang="es-CO" sz="1600" dirty="0">
                <a:latin typeface="Arial" panose="020B0604020202020204" pitchFamily="34" charset="0"/>
                <a:cs typeface="Arial" panose="020B0604020202020204" pitchFamily="34" charset="0"/>
              </a:rPr>
              <a:t>á</a:t>
            </a:r>
            <a:r>
              <a:rPr lang="es-ES" sz="1600" dirty="0">
                <a:latin typeface="Arial" panose="020B0604020202020204" pitchFamily="34" charset="0"/>
                <a:cs typeface="Arial" panose="020B0604020202020204" pitchFamily="34" charset="0"/>
              </a:rPr>
              <a:t>tedra</a:t>
            </a:r>
          </a:p>
          <a:p>
            <a:pPr marL="76200" indent="0" algn="ctr">
              <a:buNone/>
              <a:defRPr/>
            </a:pPr>
            <a:r>
              <a:rPr lang="es-ES" sz="1800" b="1" dirty="0">
                <a:latin typeface="Arial" panose="020B0604020202020204" pitchFamily="34" charset="0"/>
                <a:cs typeface="Arial" panose="020B0604020202020204" pitchFamily="34" charset="0"/>
              </a:rPr>
              <a:t>Universidad EAFIT</a:t>
            </a:r>
          </a:p>
        </p:txBody>
      </p:sp>
      <p:sp>
        <p:nvSpPr>
          <p:cNvPr id="10" name="Rectángulo 9">
            <a:extLst>
              <a:ext uri="{FF2B5EF4-FFF2-40B4-BE49-F238E27FC236}">
                <a16:creationId xmlns:a16="http://schemas.microsoft.com/office/drawing/2014/main" id="{F3EFC5EC-DE98-C3C9-CADC-E5AC0B67C561}"/>
              </a:ext>
            </a:extLst>
          </p:cNvPr>
          <p:cNvSpPr/>
          <p:nvPr/>
        </p:nvSpPr>
        <p:spPr>
          <a:xfrm>
            <a:off x="5889250" y="2323222"/>
            <a:ext cx="5254944" cy="2123658"/>
          </a:xfrm>
          <a:prstGeom prst="rect">
            <a:avLst/>
          </a:prstGeom>
        </p:spPr>
        <p:txBody>
          <a:bodyPr wrap="square">
            <a:spAutoFit/>
          </a:bodyP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s-CO" sz="2400" b="1" dirty="0">
                <a:solidFill>
                  <a:schemeClr val="accent1">
                    <a:lumMod val="75000"/>
                  </a:schemeClr>
                </a:solidFill>
              </a:rPr>
              <a:t>Intereses académicos e investigativos</a:t>
            </a:r>
          </a:p>
          <a:p>
            <a:endParaRPr lang="es-CO" dirty="0">
              <a:solidFill>
                <a:srgbClr val="00A5D9"/>
              </a:solidFill>
            </a:endParaRPr>
          </a:p>
          <a:p>
            <a:pPr algn="just"/>
            <a:r>
              <a:rPr lang="es-CO" dirty="0"/>
              <a:t>Pensamiento computacional, inferencia bayesiana, estadística aplicada, machine learning, mecánica aplicada, métodos computacionales, robótica, procesamiento de lenguaje natural, teoría de control, visión por computador, entre otras. </a:t>
            </a:r>
            <a:endParaRPr lang="es-CO" i="0" dirty="0">
              <a:effectLst/>
            </a:endParaRPr>
          </a:p>
        </p:txBody>
      </p:sp>
      <p:sp>
        <p:nvSpPr>
          <p:cNvPr id="11" name="Rectángulo 10">
            <a:extLst>
              <a:ext uri="{FF2B5EF4-FFF2-40B4-BE49-F238E27FC236}">
                <a16:creationId xmlns:a16="http://schemas.microsoft.com/office/drawing/2014/main" id="{23655691-999A-49C9-2083-AECACC0AA0CA}"/>
              </a:ext>
            </a:extLst>
          </p:cNvPr>
          <p:cNvSpPr/>
          <p:nvPr/>
        </p:nvSpPr>
        <p:spPr>
          <a:xfrm>
            <a:off x="5889250" y="4988318"/>
            <a:ext cx="5254944" cy="646331"/>
          </a:xfrm>
          <a:prstGeom prst="rect">
            <a:avLst/>
          </a:prstGeom>
        </p:spPr>
        <p:txBody>
          <a:bodyPr wrap="square">
            <a:spAutoFit/>
          </a:bodyP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r>
              <a:rPr lang="es-CO" dirty="0"/>
              <a:t>Coordinador semillero de investigación “Automatización, Robótica y Estudio de Sistemas ”. </a:t>
            </a:r>
          </a:p>
        </p:txBody>
      </p:sp>
      <p:pic>
        <p:nvPicPr>
          <p:cNvPr id="16" name="Imagen 15">
            <a:extLst>
              <a:ext uri="{FF2B5EF4-FFF2-40B4-BE49-F238E27FC236}">
                <a16:creationId xmlns:a16="http://schemas.microsoft.com/office/drawing/2014/main" id="{9D1DEBA8-CB2E-2817-3E83-F42837594561}"/>
              </a:ext>
            </a:extLst>
          </p:cNvPr>
          <p:cNvPicPr>
            <a:picLocks noChangeAspect="1"/>
          </p:cNvPicPr>
          <p:nvPr/>
        </p:nvPicPr>
        <p:blipFill rotWithShape="1">
          <a:blip r:embed="rId3"/>
          <a:srcRect t="5846" b="19266"/>
          <a:stretch>
            <a:fillRect/>
          </a:stretch>
        </p:blipFill>
        <p:spPr>
          <a:xfrm>
            <a:off x="2076994" y="2477999"/>
            <a:ext cx="3110484" cy="3110484"/>
          </a:xfrm>
          <a:prstGeom prst="flowChartConnector">
            <a:avLst/>
          </a:prstGeom>
        </p:spPr>
      </p:pic>
    </p:spTree>
    <p:extLst>
      <p:ext uri="{BB962C8B-B14F-4D97-AF65-F5344CB8AC3E}">
        <p14:creationId xmlns:p14="http://schemas.microsoft.com/office/powerpoint/2010/main" val="21245617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0">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9" grpId="0"/>
      <p:bldP spid="11"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AF323CF-5DC6-42F4-AAD2-AAA5928ACDBF}"/>
              </a:ext>
            </a:extLst>
          </p:cNvPr>
          <p:cNvSpPr>
            <a:spLocks noGrp="1"/>
          </p:cNvSpPr>
          <p:nvPr>
            <p:ph type="title"/>
          </p:nvPr>
        </p:nvSpPr>
        <p:spPr/>
        <p:txBody>
          <a:bodyPr/>
          <a:lstStyle/>
          <a:p>
            <a:r>
              <a:rPr lang="es-CO"/>
              <a:t>Tu turno</a:t>
            </a:r>
          </a:p>
        </p:txBody>
      </p:sp>
      <p:sp>
        <p:nvSpPr>
          <p:cNvPr id="3" name="Marcador de texto 2">
            <a:extLst>
              <a:ext uri="{FF2B5EF4-FFF2-40B4-BE49-F238E27FC236}">
                <a16:creationId xmlns:a16="http://schemas.microsoft.com/office/drawing/2014/main" id="{1D9BB343-0B7A-400B-9FC9-019A6F8E0179}"/>
              </a:ext>
            </a:extLst>
          </p:cNvPr>
          <p:cNvSpPr>
            <a:spLocks noGrp="1"/>
          </p:cNvSpPr>
          <p:nvPr>
            <p:ph type="body" idx="1"/>
          </p:nvPr>
        </p:nvSpPr>
        <p:spPr>
          <a:xfrm>
            <a:off x="2076994" y="1240970"/>
            <a:ext cx="9666016" cy="5113647"/>
          </a:xfrm>
        </p:spPr>
        <p:txBody>
          <a:bodyPr anchor="ctr">
            <a:noAutofit/>
          </a:bodyPr>
          <a:lstStyle/>
          <a:p>
            <a:r>
              <a:rPr lang="es-ES" sz="2200" dirty="0"/>
              <a:t>Basado en el video “El super poder de programar”: </a:t>
            </a:r>
            <a:r>
              <a:rPr lang="es-ES" sz="2200" dirty="0">
                <a:hlinkClick r:id="rId2"/>
              </a:rPr>
              <a:t>https://www.youtube.com/watch?v=4hFkreMmX2Y</a:t>
            </a:r>
            <a:r>
              <a:rPr lang="es-ES" sz="2200" dirty="0"/>
              <a:t> </a:t>
            </a:r>
          </a:p>
          <a:p>
            <a:endParaRPr lang="es-CO" sz="2200"/>
          </a:p>
          <a:p>
            <a:r>
              <a:rPr lang="es-CO" sz="2200" dirty="0"/>
              <a:t>Cada estudiante se debe presentar respondiendo las siguientes preguntas.</a:t>
            </a:r>
          </a:p>
          <a:p>
            <a:pPr lvl="1">
              <a:buClr>
                <a:srgbClr val="009BAF"/>
              </a:buClr>
            </a:pPr>
            <a:r>
              <a:rPr lang="es-ES" sz="2200" dirty="0"/>
              <a:t>Nombre</a:t>
            </a:r>
          </a:p>
          <a:p>
            <a:pPr lvl="1">
              <a:buClr>
                <a:srgbClr val="009BAF"/>
              </a:buClr>
            </a:pPr>
            <a:r>
              <a:rPr lang="es-ES" sz="2200" dirty="0"/>
              <a:t>¿De dónde viene?</a:t>
            </a:r>
          </a:p>
          <a:p>
            <a:pPr lvl="1">
              <a:buClr>
                <a:srgbClr val="009BAF"/>
              </a:buClr>
            </a:pPr>
            <a:r>
              <a:rPr lang="es-ES" sz="2200" i="1" dirty="0"/>
              <a:t>Hobbies</a:t>
            </a:r>
          </a:p>
          <a:p>
            <a:pPr lvl="1">
              <a:buClr>
                <a:srgbClr val="009BAF"/>
              </a:buClr>
            </a:pPr>
            <a:r>
              <a:rPr lang="es-ES" sz="2200" dirty="0"/>
              <a:t>¿Qué le pareció el video del superpoder de programar?</a:t>
            </a:r>
          </a:p>
          <a:p>
            <a:pPr lvl="1">
              <a:buClr>
                <a:srgbClr val="009BAF"/>
              </a:buClr>
            </a:pPr>
            <a:r>
              <a:rPr lang="es-ES" sz="2200" dirty="0"/>
              <a:t>¿Para qué cree que sería útil tener conocimientos de programación y pensamiento computacional en el pregrado?</a:t>
            </a:r>
          </a:p>
        </p:txBody>
      </p:sp>
      <p:sp>
        <p:nvSpPr>
          <p:cNvPr id="4" name="Marcador de número de diapositiva 3">
            <a:extLst>
              <a:ext uri="{FF2B5EF4-FFF2-40B4-BE49-F238E27FC236}">
                <a16:creationId xmlns:a16="http://schemas.microsoft.com/office/drawing/2014/main" id="{F88CFFEC-6A18-4179-AD2A-56D9EE154E3E}"/>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s-CO" smtClean="0"/>
              <a:t>5</a:t>
            </a:fld>
            <a:endParaRPr lang="es-CO"/>
          </a:p>
        </p:txBody>
      </p:sp>
    </p:spTree>
    <p:extLst>
      <p:ext uri="{BB962C8B-B14F-4D97-AF65-F5344CB8AC3E}">
        <p14:creationId xmlns:p14="http://schemas.microsoft.com/office/powerpoint/2010/main" val="21995700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D64AE27-2727-4FF0-86FA-760EF455E495}"/>
              </a:ext>
            </a:extLst>
          </p:cNvPr>
          <p:cNvSpPr>
            <a:spLocks noGrp="1"/>
          </p:cNvSpPr>
          <p:nvPr>
            <p:ph type="title"/>
          </p:nvPr>
        </p:nvSpPr>
        <p:spPr/>
        <p:txBody>
          <a:bodyPr/>
          <a:lstStyle/>
          <a:p>
            <a:r>
              <a:rPr lang="es-CO"/>
              <a:t>Objetivo del curso</a:t>
            </a:r>
          </a:p>
        </p:txBody>
      </p:sp>
      <p:sp>
        <p:nvSpPr>
          <p:cNvPr id="3" name="Marcador de texto 2">
            <a:extLst>
              <a:ext uri="{FF2B5EF4-FFF2-40B4-BE49-F238E27FC236}">
                <a16:creationId xmlns:a16="http://schemas.microsoft.com/office/drawing/2014/main" id="{4AAC23BD-541A-4951-8753-AE4A9680BBC1}"/>
              </a:ext>
            </a:extLst>
          </p:cNvPr>
          <p:cNvSpPr>
            <a:spLocks noGrp="1"/>
          </p:cNvSpPr>
          <p:nvPr>
            <p:ph type="body" idx="1"/>
          </p:nvPr>
        </p:nvSpPr>
        <p:spPr>
          <a:xfrm>
            <a:off x="2625213" y="1371460"/>
            <a:ext cx="8839200" cy="4663440"/>
          </a:xfrm>
        </p:spPr>
        <p:txBody>
          <a:bodyPr anchor="ctr">
            <a:normAutofit/>
          </a:bodyPr>
          <a:lstStyle/>
          <a:p>
            <a:pPr marL="76200" indent="0" algn="just">
              <a:buNone/>
            </a:pPr>
            <a:r>
              <a:rPr lang="es-ES" sz="2400"/>
              <a:t>Desarrolla habilidades de pensamiento computacional (</a:t>
            </a:r>
            <a:r>
              <a:rPr lang="es-ES" sz="2400" b="1">
                <a:solidFill>
                  <a:srgbClr val="D85C90"/>
                </a:solidFill>
              </a:rPr>
              <a:t>descomposición de problemas</a:t>
            </a:r>
            <a:r>
              <a:rPr lang="es-ES" sz="2400"/>
              <a:t>, </a:t>
            </a:r>
            <a:r>
              <a:rPr lang="es-ES" sz="2400" b="1">
                <a:solidFill>
                  <a:srgbClr val="00B050"/>
                </a:solidFill>
              </a:rPr>
              <a:t>generalización y abstracción</a:t>
            </a:r>
            <a:r>
              <a:rPr lang="es-ES" sz="2400"/>
              <a:t>, </a:t>
            </a:r>
            <a:r>
              <a:rPr lang="es-ES" sz="2400" b="1">
                <a:solidFill>
                  <a:schemeClr val="bg2">
                    <a:lumMod val="50000"/>
                  </a:schemeClr>
                </a:solidFill>
              </a:rPr>
              <a:t>lógica y algoritmia</a:t>
            </a:r>
            <a:r>
              <a:rPr lang="es-ES" sz="2400"/>
              <a:t>, </a:t>
            </a:r>
            <a:r>
              <a:rPr lang="es-ES" sz="2400" b="1">
                <a:solidFill>
                  <a:srgbClr val="00B0F0"/>
                </a:solidFill>
              </a:rPr>
              <a:t>reconocimiento de patrones</a:t>
            </a:r>
            <a:r>
              <a:rPr lang="es-ES" sz="2400"/>
              <a:t> y </a:t>
            </a:r>
            <a:r>
              <a:rPr lang="es-ES" sz="2400" b="1">
                <a:solidFill>
                  <a:srgbClr val="7030A0"/>
                </a:solidFill>
              </a:rPr>
              <a:t>evaluación de soluciones</a:t>
            </a:r>
            <a:r>
              <a:rPr lang="es-ES" sz="2400"/>
              <a:t>) mediante la implementación de algoritmos para resolver problemas de la sociedad.</a:t>
            </a:r>
            <a:endParaRPr lang="es-CO" sz="2400"/>
          </a:p>
        </p:txBody>
      </p:sp>
      <p:sp>
        <p:nvSpPr>
          <p:cNvPr id="4" name="Marcador de número de diapositiva 3">
            <a:extLst>
              <a:ext uri="{FF2B5EF4-FFF2-40B4-BE49-F238E27FC236}">
                <a16:creationId xmlns:a16="http://schemas.microsoft.com/office/drawing/2014/main" id="{1E543D22-EB17-4FA2-BD6A-612C8B0A19BA}"/>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s-CO" smtClean="0"/>
              <a:t>6</a:t>
            </a:fld>
            <a:endParaRPr lang="es-CO"/>
          </a:p>
        </p:txBody>
      </p:sp>
    </p:spTree>
    <p:extLst>
      <p:ext uri="{BB962C8B-B14F-4D97-AF65-F5344CB8AC3E}">
        <p14:creationId xmlns:p14="http://schemas.microsoft.com/office/powerpoint/2010/main" val="42163209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384424F-B1E9-46A6-B226-BB233821A099}"/>
              </a:ext>
            </a:extLst>
          </p:cNvPr>
          <p:cNvSpPr>
            <a:spLocks noGrp="1"/>
          </p:cNvSpPr>
          <p:nvPr>
            <p:ph type="title"/>
          </p:nvPr>
        </p:nvSpPr>
        <p:spPr/>
        <p:txBody>
          <a:bodyPr/>
          <a:lstStyle/>
          <a:p>
            <a:r>
              <a:rPr lang="es-CO"/>
              <a:t>Resultados de aprendizaje</a:t>
            </a:r>
          </a:p>
        </p:txBody>
      </p:sp>
      <p:sp>
        <p:nvSpPr>
          <p:cNvPr id="3" name="Marcador de texto 2">
            <a:extLst>
              <a:ext uri="{FF2B5EF4-FFF2-40B4-BE49-F238E27FC236}">
                <a16:creationId xmlns:a16="http://schemas.microsoft.com/office/drawing/2014/main" id="{D12F8630-E221-4466-8295-8834B60B22DC}"/>
              </a:ext>
            </a:extLst>
          </p:cNvPr>
          <p:cNvSpPr>
            <a:spLocks noGrp="1"/>
          </p:cNvSpPr>
          <p:nvPr>
            <p:ph type="body" idx="1"/>
          </p:nvPr>
        </p:nvSpPr>
        <p:spPr/>
        <p:txBody>
          <a:bodyPr anchor="ctr">
            <a:normAutofit/>
          </a:bodyPr>
          <a:lstStyle/>
          <a:p>
            <a:pPr marL="533400" indent="-457200" algn="just">
              <a:buSzPct val="100000"/>
              <a:buFont typeface="+mj-lt"/>
              <a:buAutoNum type="arabicPeriod"/>
            </a:pPr>
            <a:r>
              <a:rPr lang="es-ES" sz="2200" b="1"/>
              <a:t>Explica los pilares del pensamiento computacional </a:t>
            </a:r>
            <a:r>
              <a:rPr lang="es-ES" sz="2200"/>
              <a:t>(descomposición de problemas, generalización y abstracción, lógica y algoritmia, reconocimiento de patrones y evaluación de soluciones).</a:t>
            </a:r>
          </a:p>
          <a:p>
            <a:pPr marL="533400" indent="-457200" algn="just">
              <a:buSzPct val="100000"/>
              <a:buFont typeface="+mj-lt"/>
              <a:buAutoNum type="arabicPeriod"/>
            </a:pPr>
            <a:endParaRPr lang="es-ES" sz="2200"/>
          </a:p>
          <a:p>
            <a:pPr marL="533400" indent="-457200" algn="just">
              <a:buSzPct val="100000"/>
              <a:buFont typeface="+mj-lt"/>
              <a:buAutoNum type="arabicPeriod"/>
            </a:pPr>
            <a:r>
              <a:rPr lang="es-ES" sz="2200" b="1"/>
              <a:t>Aplica los pilares del pensamiento computacional </a:t>
            </a:r>
            <a:r>
              <a:rPr lang="es-ES" sz="2200"/>
              <a:t>en la resolución de problemas.</a:t>
            </a:r>
          </a:p>
          <a:p>
            <a:pPr marL="533400" indent="-457200" algn="just">
              <a:buSzPct val="100000"/>
              <a:buFont typeface="+mj-lt"/>
              <a:buAutoNum type="arabicPeriod"/>
            </a:pPr>
            <a:endParaRPr lang="es-ES" sz="2200"/>
          </a:p>
          <a:p>
            <a:pPr marL="533400" indent="-457200" algn="just">
              <a:buSzPct val="100000"/>
              <a:buFont typeface="+mj-lt"/>
              <a:buAutoNum type="arabicPeriod"/>
            </a:pPr>
            <a:r>
              <a:rPr lang="es-ES" sz="2200" b="1"/>
              <a:t>Diseña algoritmos </a:t>
            </a:r>
            <a:r>
              <a:rPr lang="es-ES" sz="2200"/>
              <a:t>mediante diferentes técnicas para resolver problemas.</a:t>
            </a:r>
          </a:p>
          <a:p>
            <a:pPr marL="533400" indent="-457200" algn="just">
              <a:buSzPct val="100000"/>
              <a:buFont typeface="+mj-lt"/>
              <a:buAutoNum type="arabicPeriod"/>
            </a:pPr>
            <a:endParaRPr lang="es-ES" sz="2200"/>
          </a:p>
          <a:p>
            <a:pPr marL="533400" indent="-457200" algn="just">
              <a:buSzPct val="100000"/>
              <a:buFont typeface="+mj-lt"/>
              <a:buAutoNum type="arabicPeriod"/>
            </a:pPr>
            <a:r>
              <a:rPr lang="es-ES" sz="2200" b="1"/>
              <a:t>Implementa algoritmos </a:t>
            </a:r>
            <a:r>
              <a:rPr lang="es-ES" sz="2200"/>
              <a:t>mediante la utilización de un </a:t>
            </a:r>
            <a:r>
              <a:rPr lang="es-ES" sz="2200" b="1"/>
              <a:t>lenguaje de programación</a:t>
            </a:r>
            <a:r>
              <a:rPr lang="es-ES" sz="2200"/>
              <a:t> para resolver problemas.</a:t>
            </a:r>
          </a:p>
        </p:txBody>
      </p:sp>
      <p:sp>
        <p:nvSpPr>
          <p:cNvPr id="4" name="Marcador de número de diapositiva 3">
            <a:extLst>
              <a:ext uri="{FF2B5EF4-FFF2-40B4-BE49-F238E27FC236}">
                <a16:creationId xmlns:a16="http://schemas.microsoft.com/office/drawing/2014/main" id="{ADB7D645-98A6-4DA0-8C1A-D344236AC9DF}"/>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s-CO" smtClean="0"/>
              <a:t>7</a:t>
            </a:fld>
            <a:endParaRPr lang="es-CO"/>
          </a:p>
        </p:txBody>
      </p:sp>
    </p:spTree>
    <p:extLst>
      <p:ext uri="{BB962C8B-B14F-4D97-AF65-F5344CB8AC3E}">
        <p14:creationId xmlns:p14="http://schemas.microsoft.com/office/powerpoint/2010/main" val="28531791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B6CC069-8016-47D7-BB94-3589A5021EE2}"/>
              </a:ext>
            </a:extLst>
          </p:cNvPr>
          <p:cNvSpPr>
            <a:spLocks noGrp="1"/>
          </p:cNvSpPr>
          <p:nvPr>
            <p:ph type="title"/>
          </p:nvPr>
        </p:nvSpPr>
        <p:spPr/>
        <p:txBody>
          <a:bodyPr/>
          <a:lstStyle/>
          <a:p>
            <a:r>
              <a:rPr lang="es-CO"/>
              <a:t>Asesorías y monitores</a:t>
            </a:r>
          </a:p>
        </p:txBody>
      </p:sp>
      <p:sp>
        <p:nvSpPr>
          <p:cNvPr id="3" name="Marcador de texto 2">
            <a:extLst>
              <a:ext uri="{FF2B5EF4-FFF2-40B4-BE49-F238E27FC236}">
                <a16:creationId xmlns:a16="http://schemas.microsoft.com/office/drawing/2014/main" id="{E5969DE1-4FEE-41D7-A348-BF7FFE4C2A65}"/>
              </a:ext>
            </a:extLst>
          </p:cNvPr>
          <p:cNvSpPr>
            <a:spLocks noGrp="1"/>
          </p:cNvSpPr>
          <p:nvPr>
            <p:ph type="body" idx="1"/>
          </p:nvPr>
        </p:nvSpPr>
        <p:spPr/>
        <p:txBody>
          <a:bodyPr anchor="ctr"/>
          <a:lstStyle/>
          <a:p>
            <a:pPr marL="76200" indent="0">
              <a:buNone/>
            </a:pPr>
            <a:r>
              <a:rPr lang="es-CO"/>
              <a:t>Esta materia cuenta con el apoyo de monitores en:</a:t>
            </a:r>
          </a:p>
          <a:p>
            <a:pPr marL="76200" indent="0" algn="ctr">
              <a:buNone/>
            </a:pPr>
            <a:endParaRPr lang="es-CO"/>
          </a:p>
          <a:p>
            <a:r>
              <a:rPr lang="es-CO"/>
              <a:t>Acompañamiento de clases</a:t>
            </a:r>
          </a:p>
          <a:p>
            <a:endParaRPr lang="es-CO"/>
          </a:p>
          <a:p>
            <a:r>
              <a:rPr lang="es-CO"/>
              <a:t>Asesorías externas (</a:t>
            </a:r>
            <a:r>
              <a:rPr lang="es-CO" b="1"/>
              <a:t>por definir en próximas clases)</a:t>
            </a:r>
          </a:p>
        </p:txBody>
      </p:sp>
      <p:sp>
        <p:nvSpPr>
          <p:cNvPr id="4" name="Marcador de número de diapositiva 3">
            <a:extLst>
              <a:ext uri="{FF2B5EF4-FFF2-40B4-BE49-F238E27FC236}">
                <a16:creationId xmlns:a16="http://schemas.microsoft.com/office/drawing/2014/main" id="{3363E6A4-0F00-4208-B9DE-A81CD9631D70}"/>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s-CO" smtClean="0"/>
              <a:t>8</a:t>
            </a:fld>
            <a:endParaRPr lang="es-CO"/>
          </a:p>
        </p:txBody>
      </p:sp>
    </p:spTree>
    <p:extLst>
      <p:ext uri="{BB962C8B-B14F-4D97-AF65-F5344CB8AC3E}">
        <p14:creationId xmlns:p14="http://schemas.microsoft.com/office/powerpoint/2010/main" val="38166829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12"/>
        <p:cNvGrpSpPr/>
        <p:nvPr/>
      </p:nvGrpSpPr>
      <p:grpSpPr>
        <a:xfrm>
          <a:off x="0" y="0"/>
          <a:ext cx="0" cy="0"/>
          <a:chOff x="0" y="0"/>
          <a:chExt cx="0" cy="0"/>
        </a:xfrm>
      </p:grpSpPr>
      <p:sp>
        <p:nvSpPr>
          <p:cNvPr id="213" name="Google Shape;213;p2"/>
          <p:cNvSpPr txBox="1">
            <a:spLocks noGrp="1"/>
          </p:cNvSpPr>
          <p:nvPr>
            <p:ph type="title"/>
          </p:nvPr>
        </p:nvSpPr>
        <p:spPr>
          <a:prstGeom prst="rect">
            <a:avLst/>
          </a:prstGeom>
          <a:noFill/>
          <a:ln>
            <a:noFill/>
          </a:ln>
        </p:spPr>
        <p:txBody>
          <a:bodyPr spcFirstLastPara="1" wrap="square" lIns="91425" tIns="45700" rIns="91425" bIns="45700" anchor="ctr" anchorCtr="0">
            <a:normAutofit fontScale="90000"/>
          </a:bodyPr>
          <a:lstStyle/>
          <a:p>
            <a:pPr marL="0" lvl="0" indent="0" algn="ctr" rtl="0">
              <a:lnSpc>
                <a:spcPct val="100000"/>
              </a:lnSpc>
              <a:spcBef>
                <a:spcPts val="0"/>
              </a:spcBef>
              <a:spcAft>
                <a:spcPts val="0"/>
              </a:spcAft>
              <a:buClr>
                <a:schemeClr val="dk1"/>
              </a:buClr>
              <a:buSzPts val="4400"/>
              <a:buFont typeface="Calibri"/>
              <a:buNone/>
            </a:pPr>
            <a:r>
              <a:rPr lang="es-CO"/>
              <a:t>Agenda</a:t>
            </a:r>
            <a:endParaRPr/>
          </a:p>
        </p:txBody>
      </p:sp>
      <p:sp>
        <p:nvSpPr>
          <p:cNvPr id="214" name="Google Shape;214;p2"/>
          <p:cNvSpPr txBox="1">
            <a:spLocks noGrp="1"/>
          </p:cNvSpPr>
          <p:nvPr>
            <p:ph type="body" idx="1"/>
          </p:nvPr>
        </p:nvSpPr>
        <p:spPr>
          <a:prstGeom prst="rect">
            <a:avLst/>
          </a:prstGeom>
          <a:noFill/>
          <a:ln>
            <a:noFill/>
          </a:ln>
        </p:spPr>
        <p:txBody>
          <a:bodyPr spcFirstLastPara="1" wrap="square" lIns="91425" tIns="45700" rIns="91425" bIns="45700" anchor="ctr" anchorCtr="0">
            <a:normAutofit/>
          </a:bodyPr>
          <a:lstStyle/>
          <a:p>
            <a:pPr marL="457200" lvl="0" indent="-457200">
              <a:spcBef>
                <a:spcPts val="0"/>
              </a:spcBef>
              <a:buSzPts val="2400"/>
              <a:buFont typeface="Calibri"/>
              <a:buAutoNum type="arabicPeriod"/>
            </a:pPr>
            <a:r>
              <a:rPr lang="es-ES"/>
              <a:t>Presentación del curso</a:t>
            </a:r>
          </a:p>
          <a:p>
            <a:pPr marL="457200" lvl="0" indent="-457200">
              <a:spcBef>
                <a:spcPts val="0"/>
              </a:spcBef>
              <a:buSzPts val="2400"/>
              <a:buFont typeface="Calibri"/>
              <a:buAutoNum type="arabicPeriod"/>
            </a:pPr>
            <a:r>
              <a:rPr lang="es-ES" b="1"/>
              <a:t>Metodología del curso</a:t>
            </a:r>
          </a:p>
          <a:p>
            <a:pPr marL="457200" lvl="0" indent="-457200">
              <a:spcBef>
                <a:spcPts val="0"/>
              </a:spcBef>
              <a:buSzPts val="2400"/>
              <a:buFont typeface="Calibri"/>
              <a:buAutoNum type="arabicPeriod"/>
            </a:pPr>
            <a:r>
              <a:rPr lang="es-ES"/>
              <a:t>Contenido detallado</a:t>
            </a:r>
          </a:p>
          <a:p>
            <a:pPr marL="457200" lvl="0" indent="-457200">
              <a:spcBef>
                <a:spcPts val="0"/>
              </a:spcBef>
              <a:buSzPts val="2400"/>
              <a:buFont typeface="Calibri"/>
              <a:buAutoNum type="arabicPeriod"/>
            </a:pPr>
            <a:r>
              <a:rPr lang="es-ES"/>
              <a:t>Evaluaciones</a:t>
            </a:r>
          </a:p>
          <a:p>
            <a:pPr marL="457200" lvl="0" indent="-457200">
              <a:spcBef>
                <a:spcPts val="0"/>
              </a:spcBef>
              <a:buSzPts val="2400"/>
              <a:buFont typeface="Calibri"/>
              <a:buAutoNum type="arabicPeriod"/>
            </a:pPr>
            <a:r>
              <a:rPr lang="es-ES" err="1"/>
              <a:t>Tips</a:t>
            </a:r>
            <a:endParaRPr lang="es-ES"/>
          </a:p>
        </p:txBody>
      </p:sp>
    </p:spTree>
    <p:extLst>
      <p:ext uri="{BB962C8B-B14F-4D97-AF65-F5344CB8AC3E}">
        <p14:creationId xmlns:p14="http://schemas.microsoft.com/office/powerpoint/2010/main" val="30449708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1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1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1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1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14">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4"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ítulo 4">
            <a:extLst>
              <a:ext uri="{FF2B5EF4-FFF2-40B4-BE49-F238E27FC236}">
                <a16:creationId xmlns:a16="http://schemas.microsoft.com/office/drawing/2014/main" id="{986C547D-1752-4B90-939F-52E6F8188DEA}"/>
              </a:ext>
            </a:extLst>
          </p:cNvPr>
          <p:cNvSpPr>
            <a:spLocks noGrp="1"/>
          </p:cNvSpPr>
          <p:nvPr>
            <p:ph type="title"/>
          </p:nvPr>
        </p:nvSpPr>
        <p:spPr/>
        <p:txBody>
          <a:bodyPr/>
          <a:lstStyle/>
          <a:p>
            <a:r>
              <a:rPr lang="es-CO"/>
              <a:t>Reglas generales 1/2</a:t>
            </a:r>
          </a:p>
        </p:txBody>
      </p:sp>
      <p:sp>
        <p:nvSpPr>
          <p:cNvPr id="6" name="Marcador de texto 5">
            <a:extLst>
              <a:ext uri="{FF2B5EF4-FFF2-40B4-BE49-F238E27FC236}">
                <a16:creationId xmlns:a16="http://schemas.microsoft.com/office/drawing/2014/main" id="{67D30304-4FFB-4C36-9550-B321C2B4DBF4}"/>
              </a:ext>
            </a:extLst>
          </p:cNvPr>
          <p:cNvSpPr>
            <a:spLocks noGrp="1"/>
          </p:cNvSpPr>
          <p:nvPr>
            <p:ph type="body" idx="1"/>
          </p:nvPr>
        </p:nvSpPr>
        <p:spPr>
          <a:xfrm>
            <a:off x="2076994" y="1240971"/>
            <a:ext cx="9666016" cy="5390738"/>
          </a:xfrm>
        </p:spPr>
        <p:txBody>
          <a:bodyPr>
            <a:normAutofit fontScale="92500"/>
          </a:bodyPr>
          <a:lstStyle/>
          <a:p>
            <a:pPr algn="just"/>
            <a:r>
              <a:rPr lang="es-ES" sz="2300" dirty="0"/>
              <a:t>La asistencia a clase es un deber. En cada sesión </a:t>
            </a:r>
            <a:r>
              <a:rPr lang="es-ES" sz="2300" b="1" dirty="0"/>
              <a:t>se tomará asistencia</a:t>
            </a:r>
            <a:r>
              <a:rPr lang="es-ES" sz="2300" dirty="0"/>
              <a:t>, la cual tendrá impacto sobre actividades evaluativas (detalles en la sección de evaluación).</a:t>
            </a:r>
          </a:p>
          <a:p>
            <a:pPr algn="just"/>
            <a:endParaRPr lang="es-ES" sz="900" dirty="0"/>
          </a:p>
          <a:p>
            <a:pPr algn="just"/>
            <a:r>
              <a:rPr lang="es-ES" sz="2300" b="1" dirty="0"/>
              <a:t>En la mayoría de las sesiones de clase se realizarán actividades evaluativas </a:t>
            </a:r>
            <a:r>
              <a:rPr lang="es-ES" sz="2300" dirty="0"/>
              <a:t>con fechas</a:t>
            </a:r>
            <a:r>
              <a:rPr lang="es-ES" sz="2300" b="1" dirty="0"/>
              <a:t> </a:t>
            </a:r>
            <a:r>
              <a:rPr lang="es-ES" sz="2300" dirty="0"/>
              <a:t>preestablecidas. Por lo tanto, se requiere la asistencia presencial a dichas sesiones o, en su defecto, presentar su respectiva </a:t>
            </a:r>
            <a:r>
              <a:rPr lang="es-ES" sz="2300" b="1" dirty="0"/>
              <a:t>excusa debidamente validada por la Universidad</a:t>
            </a:r>
            <a:r>
              <a:rPr lang="es-ES" sz="2300" dirty="0"/>
              <a:t>.</a:t>
            </a:r>
          </a:p>
          <a:p>
            <a:pPr algn="just"/>
            <a:endParaRPr lang="es-ES" sz="900" dirty="0"/>
          </a:p>
          <a:p>
            <a:pPr algn="just"/>
            <a:endParaRPr lang="es-ES" sz="900" dirty="0"/>
          </a:p>
          <a:p>
            <a:pPr algn="just"/>
            <a:r>
              <a:rPr lang="es-ES" sz="2300" b="1" dirty="0"/>
              <a:t>Las calificaciones son responsabilidad del estudiante, NO del profesor</a:t>
            </a:r>
            <a:r>
              <a:rPr lang="es-ES" sz="2300" dirty="0"/>
              <a:t>. Al final del semestre por favor evitar enviar correos, chats o conversaciones del tipo:</a:t>
            </a:r>
          </a:p>
          <a:p>
            <a:pPr lvl="1" algn="just">
              <a:buClr>
                <a:srgbClr val="009BAF"/>
              </a:buClr>
            </a:pPr>
            <a:r>
              <a:rPr lang="es-ES" sz="2100" dirty="0"/>
              <a:t>“por favor colocarme un trabajo adicional”</a:t>
            </a:r>
          </a:p>
          <a:p>
            <a:pPr lvl="1" algn="just">
              <a:buClr>
                <a:srgbClr val="009BAF"/>
              </a:buClr>
            </a:pPr>
            <a:r>
              <a:rPr lang="es-ES" sz="2100" dirty="0"/>
              <a:t>“me van a quitar la beca”</a:t>
            </a:r>
          </a:p>
          <a:p>
            <a:pPr lvl="1" algn="just">
              <a:buClr>
                <a:srgbClr val="009BAF"/>
              </a:buClr>
            </a:pPr>
            <a:r>
              <a:rPr lang="es-ES" sz="2100" dirty="0"/>
              <a:t>“el promedio me va a quedar muy bajito”</a:t>
            </a:r>
          </a:p>
          <a:p>
            <a:pPr lvl="1" algn="just">
              <a:buClr>
                <a:srgbClr val="009BAF"/>
              </a:buClr>
            </a:pPr>
            <a:r>
              <a:rPr lang="es-ES" sz="2100" dirty="0"/>
              <a:t>“aunque la pierda que me quede altica”</a:t>
            </a:r>
          </a:p>
          <a:p>
            <a:endParaRPr lang="es-CO" dirty="0"/>
          </a:p>
        </p:txBody>
      </p:sp>
      <p:sp>
        <p:nvSpPr>
          <p:cNvPr id="4" name="Marcador de número de diapositiva 3">
            <a:extLst>
              <a:ext uri="{FF2B5EF4-FFF2-40B4-BE49-F238E27FC236}">
                <a16:creationId xmlns:a16="http://schemas.microsoft.com/office/drawing/2014/main" id="{CED80585-C15F-4697-BBED-C25FE00F0016}"/>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s-CO" smtClean="0"/>
              <a:t>10</a:t>
            </a:fld>
            <a:endParaRPr lang="es-CO"/>
          </a:p>
        </p:txBody>
      </p:sp>
    </p:spTree>
    <p:extLst>
      <p:ext uri="{BB962C8B-B14F-4D97-AF65-F5344CB8AC3E}">
        <p14:creationId xmlns:p14="http://schemas.microsoft.com/office/powerpoint/2010/main" val="19419971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
                                            <p:txEl>
                                              <p:pRg st="7" end="7"/>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6">
                                            <p:txEl>
                                              <p:pRg st="8" end="8"/>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6">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22A8B8-5295-157D-F6FA-38514141939C}"/>
            </a:ext>
          </a:extLst>
        </p:cNvPr>
        <p:cNvGrpSpPr/>
        <p:nvPr/>
      </p:nvGrpSpPr>
      <p:grpSpPr>
        <a:xfrm>
          <a:off x="0" y="0"/>
          <a:ext cx="0" cy="0"/>
          <a:chOff x="0" y="0"/>
          <a:chExt cx="0" cy="0"/>
        </a:xfrm>
      </p:grpSpPr>
      <p:sp>
        <p:nvSpPr>
          <p:cNvPr id="5" name="Título 4">
            <a:extLst>
              <a:ext uri="{FF2B5EF4-FFF2-40B4-BE49-F238E27FC236}">
                <a16:creationId xmlns:a16="http://schemas.microsoft.com/office/drawing/2014/main" id="{22EFDB8E-68D2-564E-3F8D-B649146F02CD}"/>
              </a:ext>
            </a:extLst>
          </p:cNvPr>
          <p:cNvSpPr>
            <a:spLocks noGrp="1"/>
          </p:cNvSpPr>
          <p:nvPr>
            <p:ph type="title"/>
          </p:nvPr>
        </p:nvSpPr>
        <p:spPr/>
        <p:txBody>
          <a:bodyPr/>
          <a:lstStyle/>
          <a:p>
            <a:r>
              <a:rPr lang="es-CO"/>
              <a:t>Reglas generales 2/2</a:t>
            </a:r>
          </a:p>
        </p:txBody>
      </p:sp>
      <p:sp>
        <p:nvSpPr>
          <p:cNvPr id="6" name="Marcador de texto 5">
            <a:extLst>
              <a:ext uri="{FF2B5EF4-FFF2-40B4-BE49-F238E27FC236}">
                <a16:creationId xmlns:a16="http://schemas.microsoft.com/office/drawing/2014/main" id="{23152B92-598A-FB53-100D-50D94A2D9EB0}"/>
              </a:ext>
            </a:extLst>
          </p:cNvPr>
          <p:cNvSpPr>
            <a:spLocks noGrp="1"/>
          </p:cNvSpPr>
          <p:nvPr>
            <p:ph type="body" idx="1"/>
          </p:nvPr>
        </p:nvSpPr>
        <p:spPr>
          <a:xfrm>
            <a:off x="2076994" y="1240971"/>
            <a:ext cx="9666016" cy="5390738"/>
          </a:xfrm>
        </p:spPr>
        <p:txBody>
          <a:bodyPr>
            <a:normAutofit fontScale="92500" lnSpcReduction="10000"/>
          </a:bodyPr>
          <a:lstStyle/>
          <a:p>
            <a:pPr algn="just"/>
            <a:r>
              <a:rPr lang="es-ES" sz="2200" dirty="0"/>
              <a:t>En caso de </a:t>
            </a:r>
            <a:r>
              <a:rPr lang="es-ES" sz="2200" b="1" dirty="0"/>
              <a:t>inasistencia a clase</a:t>
            </a:r>
            <a:r>
              <a:rPr lang="es-ES" sz="2200" dirty="0"/>
              <a:t> es responsabilidad del estudiante </a:t>
            </a:r>
            <a:r>
              <a:rPr lang="es-ES" sz="2200" b="1" dirty="0" err="1"/>
              <a:t>desatrasarse</a:t>
            </a:r>
            <a:r>
              <a:rPr lang="es-ES" sz="2200" dirty="0"/>
              <a:t> del contenido desarrollado, apoyándose en sus compañeros y en los materiales del curso.</a:t>
            </a:r>
          </a:p>
          <a:p>
            <a:pPr algn="just"/>
            <a:endParaRPr lang="es-ES" sz="1000" dirty="0"/>
          </a:p>
          <a:p>
            <a:pPr algn="just"/>
            <a:r>
              <a:rPr lang="es-CO" sz="2200" b="1" dirty="0"/>
              <a:t>Las excusas no médicas </a:t>
            </a:r>
            <a:r>
              <a:rPr lang="es-CO" sz="2200" dirty="0"/>
              <a:t>que no cuenten con soporte documental estarán sujetas a la evaluación y decisión del profesor. En estos casos, se deberá actuar con razonabilidad, equidad y comprensión, teniendo en cuenta las circunstancias particulares que puedan haber ocasionado la inasistencia del estudiante. La aceptación de dichas excusas quedará a criterio del profesor.</a:t>
            </a:r>
          </a:p>
          <a:p>
            <a:pPr algn="just"/>
            <a:endParaRPr lang="es-ES" sz="2200" dirty="0"/>
          </a:p>
          <a:p>
            <a:pPr algn="just"/>
            <a:r>
              <a:rPr lang="es-ES" sz="2200" b="1" dirty="0"/>
              <a:t>Asistir puntualmente</a:t>
            </a:r>
            <a:r>
              <a:rPr lang="es-ES" sz="2200" dirty="0"/>
              <a:t> a las clases.</a:t>
            </a:r>
          </a:p>
          <a:p>
            <a:pPr algn="just"/>
            <a:endParaRPr lang="es-ES" sz="1000" dirty="0"/>
          </a:p>
          <a:p>
            <a:pPr algn="just"/>
            <a:r>
              <a:rPr lang="es-ES" sz="2200" dirty="0"/>
              <a:t>Realizar en clase </a:t>
            </a:r>
            <a:r>
              <a:rPr lang="es-ES" sz="2200" b="1" dirty="0"/>
              <a:t>solo las actividades indicadas por el profesor</a:t>
            </a:r>
            <a:r>
              <a:rPr lang="es-ES" sz="2200" dirty="0"/>
              <a:t>. No debe realizar otras actividades </a:t>
            </a:r>
            <a:r>
              <a:rPr lang="es-ES" sz="2200" dirty="0" err="1"/>
              <a:t>extraclase</a:t>
            </a:r>
            <a:r>
              <a:rPr lang="es-ES" sz="2200" dirty="0"/>
              <a:t> (</a:t>
            </a:r>
            <a:r>
              <a:rPr lang="es-ES" sz="2200" dirty="0" err="1"/>
              <a:t>ej</a:t>
            </a:r>
            <a:r>
              <a:rPr lang="es-ES" sz="2200" dirty="0"/>
              <a:t>: talleres) que generan distracción y afectan el desarrollo de la clase.</a:t>
            </a:r>
          </a:p>
          <a:p>
            <a:pPr marL="76200" indent="0" algn="just">
              <a:buNone/>
            </a:pPr>
            <a:endParaRPr lang="es-ES" sz="1000" dirty="0"/>
          </a:p>
          <a:p>
            <a:pPr algn="just"/>
            <a:r>
              <a:rPr lang="es-ES" sz="2200" b="1" dirty="0"/>
              <a:t>Evitar el plagio o copia</a:t>
            </a:r>
            <a:r>
              <a:rPr lang="es-ES" sz="2200" dirty="0"/>
              <a:t> de trabajos. Esta práctica no permite un aprendizaje efectivo y puede conllevar </a:t>
            </a:r>
            <a:r>
              <a:rPr lang="es-ES" sz="2200" b="1" dirty="0"/>
              <a:t>sanciones disciplinarias</a:t>
            </a:r>
            <a:r>
              <a:rPr lang="es-ES" sz="2200" dirty="0"/>
              <a:t> (consultar Reglamento Académico de pregrado).</a:t>
            </a:r>
          </a:p>
          <a:p>
            <a:endParaRPr lang="es-CO" dirty="0"/>
          </a:p>
        </p:txBody>
      </p:sp>
      <p:sp>
        <p:nvSpPr>
          <p:cNvPr id="4" name="Marcador de número de diapositiva 3">
            <a:extLst>
              <a:ext uri="{FF2B5EF4-FFF2-40B4-BE49-F238E27FC236}">
                <a16:creationId xmlns:a16="http://schemas.microsoft.com/office/drawing/2014/main" id="{81B788B3-D923-5114-EDE3-6BA333732FCC}"/>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s-CO" smtClean="0"/>
              <a:t>11</a:t>
            </a:fld>
            <a:endParaRPr lang="es-CO"/>
          </a:p>
        </p:txBody>
      </p:sp>
    </p:spTree>
    <p:extLst>
      <p:ext uri="{BB962C8B-B14F-4D97-AF65-F5344CB8AC3E}">
        <p14:creationId xmlns:p14="http://schemas.microsoft.com/office/powerpoint/2010/main" val="13537734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6" end="6"/>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22A8B8-5295-157D-F6FA-38514141939C}"/>
            </a:ext>
          </a:extLst>
        </p:cNvPr>
        <p:cNvGrpSpPr/>
        <p:nvPr/>
      </p:nvGrpSpPr>
      <p:grpSpPr>
        <a:xfrm>
          <a:off x="0" y="0"/>
          <a:ext cx="0" cy="0"/>
          <a:chOff x="0" y="0"/>
          <a:chExt cx="0" cy="0"/>
        </a:xfrm>
      </p:grpSpPr>
      <p:sp>
        <p:nvSpPr>
          <p:cNvPr id="5" name="Título 4">
            <a:extLst>
              <a:ext uri="{FF2B5EF4-FFF2-40B4-BE49-F238E27FC236}">
                <a16:creationId xmlns:a16="http://schemas.microsoft.com/office/drawing/2014/main" id="{22EFDB8E-68D2-564E-3F8D-B649146F02CD}"/>
              </a:ext>
            </a:extLst>
          </p:cNvPr>
          <p:cNvSpPr>
            <a:spLocks noGrp="1"/>
          </p:cNvSpPr>
          <p:nvPr>
            <p:ph type="title"/>
          </p:nvPr>
        </p:nvSpPr>
        <p:spPr/>
        <p:txBody>
          <a:bodyPr/>
          <a:lstStyle/>
          <a:p>
            <a:r>
              <a:rPr lang="es-CO" dirty="0"/>
              <a:t>Pacto Pedagógico</a:t>
            </a:r>
          </a:p>
        </p:txBody>
      </p:sp>
      <p:sp>
        <p:nvSpPr>
          <p:cNvPr id="6" name="Marcador de texto 5">
            <a:extLst>
              <a:ext uri="{FF2B5EF4-FFF2-40B4-BE49-F238E27FC236}">
                <a16:creationId xmlns:a16="http://schemas.microsoft.com/office/drawing/2014/main" id="{23152B92-598A-FB53-100D-50D94A2D9EB0}"/>
              </a:ext>
            </a:extLst>
          </p:cNvPr>
          <p:cNvSpPr>
            <a:spLocks noGrp="1"/>
          </p:cNvSpPr>
          <p:nvPr>
            <p:ph type="body" idx="1"/>
          </p:nvPr>
        </p:nvSpPr>
        <p:spPr>
          <a:xfrm>
            <a:off x="1847042" y="1710720"/>
            <a:ext cx="9666016" cy="4646200"/>
          </a:xfrm>
        </p:spPr>
        <p:txBody>
          <a:bodyPr>
            <a:normAutofit/>
          </a:bodyPr>
          <a:lstStyle/>
          <a:p>
            <a:r>
              <a:rPr lang="es-ES" sz="3200" dirty="0"/>
              <a:t>La versión definitiva del </a:t>
            </a:r>
            <a:r>
              <a:rPr lang="es-ES" sz="3200" b="1" dirty="0"/>
              <a:t>Pacto Pedagógico</a:t>
            </a:r>
            <a:r>
              <a:rPr lang="es-ES" sz="3200" dirty="0"/>
              <a:t> (normas, reglas y acuerdos del curso) se publicará en </a:t>
            </a:r>
            <a:r>
              <a:rPr lang="es-ES" sz="3200" b="1" dirty="0"/>
              <a:t>EAFIT</a:t>
            </a:r>
            <a:r>
              <a:rPr lang="es-ES" sz="3200" dirty="0"/>
              <a:t> </a:t>
            </a:r>
            <a:r>
              <a:rPr lang="es-ES" sz="3200" b="1" dirty="0"/>
              <a:t>Interactiva</a:t>
            </a:r>
            <a:r>
              <a:rPr lang="es-ES" sz="3200" dirty="0"/>
              <a:t> durante la </a:t>
            </a:r>
            <a:r>
              <a:rPr lang="es-ES" sz="3200" b="1" dirty="0"/>
              <a:t>segunda semana de clases</a:t>
            </a:r>
            <a:r>
              <a:rPr lang="es-ES" sz="3200" dirty="0"/>
              <a:t>.</a:t>
            </a:r>
          </a:p>
          <a:p>
            <a:endParaRPr lang="es-ES" sz="3200" dirty="0"/>
          </a:p>
          <a:p>
            <a:r>
              <a:rPr lang="es-ES" sz="3200" dirty="0"/>
              <a:t>Se solicita a cada estudiante </a:t>
            </a:r>
            <a:r>
              <a:rPr lang="es-ES" sz="3200" b="1" dirty="0"/>
              <a:t>leerlo atentamente</a:t>
            </a:r>
            <a:r>
              <a:rPr lang="es-ES" sz="3200" dirty="0"/>
              <a:t>, a fin de </a:t>
            </a:r>
            <a:r>
              <a:rPr lang="es-ES" sz="3200" b="1" dirty="0"/>
              <a:t>actuar de manera adecuada</a:t>
            </a:r>
            <a:r>
              <a:rPr lang="es-ES" sz="3200" dirty="0"/>
              <a:t> a lo largo del curso.</a:t>
            </a:r>
          </a:p>
          <a:p>
            <a:pPr marL="76200" indent="0" algn="just">
              <a:buNone/>
            </a:pPr>
            <a:endParaRPr lang="es-ES" sz="3200" dirty="0"/>
          </a:p>
          <a:p>
            <a:endParaRPr lang="es-CO" dirty="0"/>
          </a:p>
        </p:txBody>
      </p:sp>
      <p:sp>
        <p:nvSpPr>
          <p:cNvPr id="4" name="Marcador de número de diapositiva 3">
            <a:extLst>
              <a:ext uri="{FF2B5EF4-FFF2-40B4-BE49-F238E27FC236}">
                <a16:creationId xmlns:a16="http://schemas.microsoft.com/office/drawing/2014/main" id="{81B788B3-D923-5114-EDE3-6BA333732FCC}"/>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s-CO" smtClean="0"/>
              <a:t>12</a:t>
            </a:fld>
            <a:endParaRPr lang="es-CO"/>
          </a:p>
        </p:txBody>
      </p:sp>
    </p:spTree>
    <p:extLst>
      <p:ext uri="{BB962C8B-B14F-4D97-AF65-F5344CB8AC3E}">
        <p14:creationId xmlns:p14="http://schemas.microsoft.com/office/powerpoint/2010/main" val="148694347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10141F0-33EB-4A09-A739-79784BE59748}"/>
              </a:ext>
            </a:extLst>
          </p:cNvPr>
          <p:cNvSpPr>
            <a:spLocks noGrp="1"/>
          </p:cNvSpPr>
          <p:nvPr>
            <p:ph type="title"/>
          </p:nvPr>
        </p:nvSpPr>
        <p:spPr/>
        <p:txBody>
          <a:bodyPr/>
          <a:lstStyle/>
          <a:p>
            <a:r>
              <a:rPr lang="es-CO" dirty="0"/>
              <a:t>Herramientas</a:t>
            </a:r>
          </a:p>
        </p:txBody>
      </p:sp>
      <p:sp>
        <p:nvSpPr>
          <p:cNvPr id="4" name="Marcador de número de diapositiva 3">
            <a:extLst>
              <a:ext uri="{FF2B5EF4-FFF2-40B4-BE49-F238E27FC236}">
                <a16:creationId xmlns:a16="http://schemas.microsoft.com/office/drawing/2014/main" id="{D03AE845-F676-47C3-81A2-3136C343B19F}"/>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s-CO" smtClean="0"/>
              <a:t>13</a:t>
            </a:fld>
            <a:endParaRPr lang="es-CO"/>
          </a:p>
        </p:txBody>
      </p:sp>
      <p:sp>
        <p:nvSpPr>
          <p:cNvPr id="11" name="Marcador de texto 2">
            <a:extLst>
              <a:ext uri="{FF2B5EF4-FFF2-40B4-BE49-F238E27FC236}">
                <a16:creationId xmlns:a16="http://schemas.microsoft.com/office/drawing/2014/main" id="{75BC80F7-C81D-4F15-A515-FAB74CAC15E2}"/>
              </a:ext>
            </a:extLst>
          </p:cNvPr>
          <p:cNvSpPr>
            <a:spLocks noGrp="1"/>
          </p:cNvSpPr>
          <p:nvPr>
            <p:ph type="body" idx="1"/>
          </p:nvPr>
        </p:nvSpPr>
        <p:spPr>
          <a:xfrm>
            <a:off x="2261419" y="1193089"/>
            <a:ext cx="6026972" cy="5296455"/>
          </a:xfrm>
        </p:spPr>
        <p:txBody>
          <a:bodyPr>
            <a:normAutofit fontScale="92500" lnSpcReduction="20000"/>
          </a:bodyPr>
          <a:lstStyle/>
          <a:p>
            <a:pPr marL="342900" indent="-342900"/>
            <a:r>
              <a:rPr lang="es-CO" sz="1800" dirty="0"/>
              <a:t>Utilizaremos </a:t>
            </a:r>
            <a:r>
              <a:rPr lang="es-CO" sz="1800" b="1" dirty="0"/>
              <a:t>Microsoft </a:t>
            </a:r>
            <a:r>
              <a:rPr lang="es-CO" sz="1800" b="1" dirty="0" err="1"/>
              <a:t>Teams</a:t>
            </a:r>
            <a:r>
              <a:rPr lang="es-CO" sz="1800" b="1" dirty="0"/>
              <a:t> </a:t>
            </a:r>
            <a:r>
              <a:rPr lang="es-CO" sz="1800" dirty="0"/>
              <a:t>(</a:t>
            </a:r>
            <a:r>
              <a:rPr lang="es-CO" sz="1800" dirty="0">
                <a:hlinkClick r:id="rId2"/>
              </a:rPr>
              <a:t>https://teams.microsoft.com/</a:t>
            </a:r>
            <a:r>
              <a:rPr lang="es-CO" sz="1800" dirty="0"/>
              <a:t>) para: </a:t>
            </a:r>
            <a:endParaRPr lang="fr-FR"/>
          </a:p>
          <a:p>
            <a:pPr lvl="1" algn="just">
              <a:buClr>
                <a:srgbClr val="009BAF"/>
              </a:buClr>
            </a:pPr>
            <a:r>
              <a:rPr lang="es-CO" sz="1800" dirty="0"/>
              <a:t>Compartir código de clase.</a:t>
            </a:r>
          </a:p>
          <a:p>
            <a:pPr lvl="1" algn="just">
              <a:buClr>
                <a:srgbClr val="009BAF"/>
              </a:buClr>
            </a:pPr>
            <a:r>
              <a:rPr lang="es-CO" sz="1800" b="1" dirty="0"/>
              <a:t>Resolver dudas de programación.</a:t>
            </a:r>
            <a:endParaRPr lang="es-CO" sz="1800" dirty="0"/>
          </a:p>
          <a:p>
            <a:pPr marL="0" indent="0">
              <a:buNone/>
            </a:pPr>
            <a:endParaRPr lang="es-CO" sz="1600"/>
          </a:p>
          <a:p>
            <a:pPr marL="285750" indent="-285750"/>
            <a:r>
              <a:rPr lang="es-CO" sz="1800" dirty="0"/>
              <a:t>Utilizaremos </a:t>
            </a:r>
            <a:r>
              <a:rPr lang="es-CO" sz="1800" b="1" err="1"/>
              <a:t>Eafit</a:t>
            </a:r>
            <a:r>
              <a:rPr lang="es-CO" sz="1800" b="1" dirty="0"/>
              <a:t> Interactiva </a:t>
            </a:r>
            <a:r>
              <a:rPr lang="es-CO" sz="1800" dirty="0"/>
              <a:t>(</a:t>
            </a:r>
            <a:r>
              <a:rPr lang="es-CO" sz="1800" dirty="0">
                <a:hlinkClick r:id="rId3"/>
              </a:rPr>
              <a:t>https://interactivavirtual.eafit.edu.co/d2l/home</a:t>
            </a:r>
            <a:r>
              <a:rPr lang="es-CO" sz="1800" dirty="0"/>
              <a:t>)</a:t>
            </a:r>
            <a:r>
              <a:rPr lang="es-CO" sz="1800" b="1" dirty="0"/>
              <a:t> </a:t>
            </a:r>
            <a:r>
              <a:rPr lang="es-CO" sz="1800" dirty="0"/>
              <a:t>para: </a:t>
            </a:r>
          </a:p>
          <a:p>
            <a:pPr lvl="1" algn="just">
              <a:buClr>
                <a:srgbClr val="009BAF"/>
              </a:buClr>
            </a:pPr>
            <a:r>
              <a:rPr lang="es-CO" sz="1800" b="1" dirty="0"/>
              <a:t>Acceder a las presentaciones y material del curso.</a:t>
            </a:r>
          </a:p>
          <a:p>
            <a:pPr lvl="1" algn="just">
              <a:buClr>
                <a:srgbClr val="009BAF"/>
              </a:buClr>
            </a:pPr>
            <a:r>
              <a:rPr lang="es-CO" sz="1800" dirty="0"/>
              <a:t>Comunicados.</a:t>
            </a:r>
          </a:p>
          <a:p>
            <a:pPr lvl="1" algn="just"/>
            <a:r>
              <a:rPr lang="es-CO" sz="1800" dirty="0"/>
              <a:t>Calificaciones.</a:t>
            </a:r>
          </a:p>
          <a:p>
            <a:pPr lvl="1" algn="just"/>
            <a:r>
              <a:rPr lang="es-CO" sz="1700" dirty="0"/>
              <a:t>Realizar </a:t>
            </a:r>
            <a:r>
              <a:rPr lang="es-CO" sz="1700" dirty="0" err="1"/>
              <a:t>quices</a:t>
            </a:r>
            <a:r>
              <a:rPr lang="es-CO" sz="1700" dirty="0"/>
              <a:t> (en clase).</a:t>
            </a:r>
            <a:endParaRPr lang="en-US" sz="1700" dirty="0"/>
          </a:p>
          <a:p>
            <a:pPr lvl="1" algn="just"/>
            <a:r>
              <a:rPr lang="es-CO" sz="1800"/>
              <a:t>Control de Asistencia (algunos profesores).</a:t>
            </a:r>
          </a:p>
          <a:p>
            <a:pPr marL="0" indent="0" algn="just">
              <a:buNone/>
            </a:pPr>
            <a:endParaRPr lang="es-CO" sz="1600"/>
          </a:p>
          <a:p>
            <a:pPr marL="342900" indent="-342900" algn="just"/>
            <a:r>
              <a:rPr lang="es-CO" sz="1800" dirty="0"/>
              <a:t>Utilizaremos </a:t>
            </a:r>
            <a:r>
              <a:rPr lang="es-CO" sz="1800" b="1" dirty="0" err="1"/>
              <a:t>ContenidosInt</a:t>
            </a:r>
            <a:r>
              <a:rPr lang="es-CO" sz="1800" b="1" dirty="0"/>
              <a:t> </a:t>
            </a:r>
            <a:r>
              <a:rPr lang="es-CO" sz="1800" dirty="0"/>
              <a:t>para:</a:t>
            </a:r>
          </a:p>
          <a:p>
            <a:pPr lvl="1" algn="just">
              <a:buClr>
                <a:srgbClr val="009BAF"/>
              </a:buClr>
            </a:pPr>
            <a:r>
              <a:rPr lang="es-CO" sz="1800"/>
              <a:t>Realizar talleres (fuera de clase).</a:t>
            </a:r>
          </a:p>
          <a:p>
            <a:pPr marL="558800" lvl="1" indent="0" algn="just">
              <a:buNone/>
            </a:pPr>
            <a:endParaRPr lang="es-CO" sz="1600"/>
          </a:p>
          <a:p>
            <a:pPr marL="342900" indent="-342900" algn="just"/>
            <a:r>
              <a:rPr lang="es-CO" sz="1800" dirty="0"/>
              <a:t>Utilizaremos </a:t>
            </a:r>
            <a:r>
              <a:rPr lang="es-CO" sz="1800" b="1" dirty="0" err="1"/>
              <a:t>Colab</a:t>
            </a:r>
            <a:r>
              <a:rPr lang="es-CO" sz="1800" dirty="0"/>
              <a:t> para:</a:t>
            </a:r>
            <a:r>
              <a:rPr lang="es-CO" sz="1800" b="1" dirty="0"/>
              <a:t> </a:t>
            </a:r>
          </a:p>
          <a:p>
            <a:pPr lvl="1" algn="just">
              <a:buClr>
                <a:srgbClr val="009BAF"/>
              </a:buClr>
            </a:pPr>
            <a:r>
              <a:rPr lang="es-CO" sz="1800" dirty="0"/>
              <a:t>Programar en clase.</a:t>
            </a:r>
          </a:p>
          <a:p>
            <a:pPr lvl="1" algn="just">
              <a:buClr>
                <a:srgbClr val="009BAF"/>
              </a:buClr>
            </a:pPr>
            <a:r>
              <a:rPr lang="es-CO" sz="1800" dirty="0"/>
              <a:t>Presentar los proyectos del curso.</a:t>
            </a:r>
            <a:endParaRPr lang="es-CO"/>
          </a:p>
          <a:p>
            <a:endParaRPr lang="es-CO" sz="1600"/>
          </a:p>
        </p:txBody>
      </p:sp>
      <p:pic>
        <p:nvPicPr>
          <p:cNvPr id="12" name="Picture 2">
            <a:extLst>
              <a:ext uri="{FF2B5EF4-FFF2-40B4-BE49-F238E27FC236}">
                <a16:creationId xmlns:a16="http://schemas.microsoft.com/office/drawing/2014/main" id="{8EC358EC-95D8-4CAB-8CCF-73CA36BA2E1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352664" y="1126555"/>
            <a:ext cx="1265842" cy="1177274"/>
          </a:xfrm>
          <a:prstGeom prst="rect">
            <a:avLst/>
          </a:prstGeom>
          <a:ln>
            <a:noFill/>
          </a:ln>
          <a:effectLst>
            <a:outerShdw blurRad="190500" algn="tl" rotWithShape="0">
              <a:srgbClr val="000000">
                <a:alpha val="70000"/>
              </a:srgbClr>
            </a:outerShdw>
          </a:effectLst>
          <a:extLst>
            <a:ext uri="{909E8E84-426E-40DD-AFC4-6F175D3DCCD1}">
              <a14:hiddenFill xmlns:a14="http://schemas.microsoft.com/office/drawing/2010/main">
                <a:solidFill>
                  <a:srgbClr val="FFFFFF"/>
                </a:solidFill>
              </a14:hiddenFill>
            </a:ext>
          </a:extLst>
        </p:spPr>
      </p:pic>
      <p:pic>
        <p:nvPicPr>
          <p:cNvPr id="1026" name="Picture 2">
            <a:extLst>
              <a:ext uri="{FF2B5EF4-FFF2-40B4-BE49-F238E27FC236}">
                <a16:creationId xmlns:a16="http://schemas.microsoft.com/office/drawing/2014/main" id="{9C4DEC51-656C-AD0E-DB93-B6BD16E3D2A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789903" y="5360449"/>
            <a:ext cx="2505183" cy="1104356"/>
          </a:xfrm>
          <a:prstGeom prst="rect">
            <a:avLst/>
          </a:prstGeom>
          <a:noFill/>
          <a:extLst>
            <a:ext uri="{909E8E84-426E-40DD-AFC4-6F175D3DCCD1}">
              <a14:hiddenFill xmlns:a14="http://schemas.microsoft.com/office/drawing/2010/main">
                <a:solidFill>
                  <a:srgbClr val="FFFFFF"/>
                </a:solidFill>
              </a14:hiddenFill>
            </a:ext>
          </a:extLst>
        </p:spPr>
      </p:pic>
      <p:pic>
        <p:nvPicPr>
          <p:cNvPr id="5" name="Imagen 4">
            <a:extLst>
              <a:ext uri="{FF2B5EF4-FFF2-40B4-BE49-F238E27FC236}">
                <a16:creationId xmlns:a16="http://schemas.microsoft.com/office/drawing/2014/main" id="{9890B0FA-2B57-00A0-209F-AB7112A82080}"/>
              </a:ext>
            </a:extLst>
          </p:cNvPr>
          <p:cNvPicPr>
            <a:picLocks noChangeAspect="1"/>
          </p:cNvPicPr>
          <p:nvPr/>
        </p:nvPicPr>
        <p:blipFill>
          <a:blip r:embed="rId6"/>
          <a:stretch>
            <a:fillRect/>
          </a:stretch>
        </p:blipFill>
        <p:spPr>
          <a:xfrm>
            <a:off x="9014486" y="4071305"/>
            <a:ext cx="1946054" cy="1104356"/>
          </a:xfrm>
          <a:prstGeom prst="rect">
            <a:avLst/>
          </a:prstGeom>
          <a:ln>
            <a:noFill/>
          </a:ln>
          <a:effectLst>
            <a:outerShdw blurRad="190500" algn="tl" rotWithShape="0">
              <a:srgbClr val="000000">
                <a:alpha val="70000"/>
              </a:srgbClr>
            </a:outerShdw>
          </a:effectLst>
        </p:spPr>
      </p:pic>
      <p:pic>
        <p:nvPicPr>
          <p:cNvPr id="6" name="Imagen 5">
            <a:extLst>
              <a:ext uri="{FF2B5EF4-FFF2-40B4-BE49-F238E27FC236}">
                <a16:creationId xmlns:a16="http://schemas.microsoft.com/office/drawing/2014/main" id="{60044CD9-8517-84B3-34F0-3751A638959E}"/>
              </a:ext>
            </a:extLst>
          </p:cNvPr>
          <p:cNvPicPr>
            <a:picLocks noChangeAspect="1"/>
          </p:cNvPicPr>
          <p:nvPr/>
        </p:nvPicPr>
        <p:blipFill>
          <a:blip r:embed="rId7"/>
          <a:stretch>
            <a:fillRect/>
          </a:stretch>
        </p:blipFill>
        <p:spPr>
          <a:xfrm>
            <a:off x="8916612" y="2717103"/>
            <a:ext cx="2251764" cy="925383"/>
          </a:xfrm>
          <a:prstGeom prst="rect">
            <a:avLst/>
          </a:prstGeom>
        </p:spPr>
      </p:pic>
    </p:spTree>
    <p:extLst>
      <p:ext uri="{BB962C8B-B14F-4D97-AF65-F5344CB8AC3E}">
        <p14:creationId xmlns:p14="http://schemas.microsoft.com/office/powerpoint/2010/main" val="30523261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1">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1">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1">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1">
                                            <p:txEl>
                                              <p:pRg st="5" end="5"/>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1">
                                            <p:txEl>
                                              <p:pRg st="6" end="6"/>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1">
                                            <p:txEl>
                                              <p:pRg st="7" end="7"/>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1">
                                            <p:txEl>
                                              <p:pRg st="8" end="8"/>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1">
                                            <p:txEl>
                                              <p:pRg st="9" end="9"/>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6"/>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11">
                                            <p:txEl>
                                              <p:pRg st="11" end="11"/>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1">
                                            <p:txEl>
                                              <p:pRg st="12" end="12"/>
                                            </p:txEl>
                                          </p:spTgt>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5"/>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11">
                                            <p:txEl>
                                              <p:pRg st="14" end="14"/>
                                            </p:txEl>
                                          </p:spTgt>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11">
                                            <p:txEl>
                                              <p:pRg st="15" end="15"/>
                                            </p:txEl>
                                          </p:spTgt>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11">
                                            <p:txEl>
                                              <p:pRg st="16" end="16"/>
                                            </p:txEl>
                                          </p:spTgt>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10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1E4EB5E-FA63-4D3A-83CD-2A9B9217D8EC}"/>
              </a:ext>
            </a:extLst>
          </p:cNvPr>
          <p:cNvSpPr>
            <a:spLocks noGrp="1"/>
          </p:cNvSpPr>
          <p:nvPr>
            <p:ph type="title"/>
          </p:nvPr>
        </p:nvSpPr>
        <p:spPr>
          <a:xfrm>
            <a:off x="2076994" y="64752"/>
            <a:ext cx="9666016" cy="1018902"/>
          </a:xfrm>
        </p:spPr>
        <p:txBody>
          <a:bodyPr/>
          <a:lstStyle/>
          <a:p>
            <a:r>
              <a:rPr lang="es-CO"/>
              <a:t>Semana a semana</a:t>
            </a:r>
          </a:p>
        </p:txBody>
      </p:sp>
      <p:sp>
        <p:nvSpPr>
          <p:cNvPr id="4" name="Marcador de número de diapositiva 3">
            <a:extLst>
              <a:ext uri="{FF2B5EF4-FFF2-40B4-BE49-F238E27FC236}">
                <a16:creationId xmlns:a16="http://schemas.microsoft.com/office/drawing/2014/main" id="{F60B385F-83E6-48E4-8769-EA5E9AE7F5D1}"/>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s-CO" smtClean="0"/>
              <a:t>14</a:t>
            </a:fld>
            <a:endParaRPr lang="es-CO"/>
          </a:p>
        </p:txBody>
      </p:sp>
      <p:pic>
        <p:nvPicPr>
          <p:cNvPr id="9" name="Imagen 8" descr="Icono&#10;&#10;Descripción generada automáticamente">
            <a:extLst>
              <a:ext uri="{FF2B5EF4-FFF2-40B4-BE49-F238E27FC236}">
                <a16:creationId xmlns:a16="http://schemas.microsoft.com/office/drawing/2014/main" id="{229AD7D4-FC41-437F-8221-4830E1FC6E9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96000" y="1217972"/>
            <a:ext cx="2102599" cy="1783924"/>
          </a:xfrm>
          <a:prstGeom prst="rect">
            <a:avLst/>
          </a:prstGeom>
        </p:spPr>
      </p:pic>
      <p:pic>
        <p:nvPicPr>
          <p:cNvPr id="11" name="Imagen 10" descr="Dibujo animado de un personaje con la boca abierta&#10;&#10;Descripción generada automáticamente con confianza baja">
            <a:extLst>
              <a:ext uri="{FF2B5EF4-FFF2-40B4-BE49-F238E27FC236}">
                <a16:creationId xmlns:a16="http://schemas.microsoft.com/office/drawing/2014/main" id="{5C0DBAFB-2636-4C5F-843C-D4FA8EC80D2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593292" y="1216887"/>
            <a:ext cx="1230359" cy="1783924"/>
          </a:xfrm>
          <a:prstGeom prst="rect">
            <a:avLst/>
          </a:prstGeom>
        </p:spPr>
      </p:pic>
      <p:pic>
        <p:nvPicPr>
          <p:cNvPr id="16" name="Imagen 15" descr="Interfaz de usuario gráfica&#10;&#10;Descripción generada automáticamente">
            <a:extLst>
              <a:ext uri="{FF2B5EF4-FFF2-40B4-BE49-F238E27FC236}">
                <a16:creationId xmlns:a16="http://schemas.microsoft.com/office/drawing/2014/main" id="{80EEDDBC-E277-49AA-885B-FF555EB98B75}"/>
              </a:ext>
            </a:extLst>
          </p:cNvPr>
          <p:cNvPicPr>
            <a:picLocks noChangeAspect="1"/>
          </p:cNvPicPr>
          <p:nvPr/>
        </p:nvPicPr>
        <p:blipFill>
          <a:blip r:embed="rId4"/>
          <a:stretch>
            <a:fillRect/>
          </a:stretch>
        </p:blipFill>
        <p:spPr>
          <a:xfrm>
            <a:off x="2598708" y="1099988"/>
            <a:ext cx="2695275" cy="1957928"/>
          </a:xfrm>
          <a:prstGeom prst="rect">
            <a:avLst/>
          </a:prstGeom>
        </p:spPr>
      </p:pic>
      <p:sp>
        <p:nvSpPr>
          <p:cNvPr id="10" name="Google Shape;558;p27">
            <a:extLst>
              <a:ext uri="{FF2B5EF4-FFF2-40B4-BE49-F238E27FC236}">
                <a16:creationId xmlns:a16="http://schemas.microsoft.com/office/drawing/2014/main" id="{6F975F6A-53A5-4436-B984-F3EA2EE8A686}"/>
              </a:ext>
            </a:extLst>
          </p:cNvPr>
          <p:cNvSpPr/>
          <p:nvPr/>
        </p:nvSpPr>
        <p:spPr>
          <a:xfrm>
            <a:off x="2631040" y="4038614"/>
            <a:ext cx="2700000" cy="2520000"/>
          </a:xfrm>
          <a:prstGeom prst="rect">
            <a:avLst/>
          </a:prstGeom>
          <a:solidFill>
            <a:srgbClr val="FB9815">
              <a:alpha val="90000"/>
            </a:srgbClr>
          </a:solidFill>
          <a:ln>
            <a:noFill/>
          </a:ln>
          <a:effectLst>
            <a:outerShdw blurRad="38100" dist="25400" dir="5400000" rotWithShape="0">
              <a:srgbClr val="000000">
                <a:alpha val="63921"/>
              </a:srgbClr>
            </a:outerShdw>
          </a:effectLst>
        </p:spPr>
        <p:txBody>
          <a:bodyPr spcFirstLastPara="1" wrap="square" lIns="91425" tIns="45700" rIns="91425" bIns="45700" anchor="ctr" anchorCtr="0">
            <a:noAutofit/>
          </a:bodyPr>
          <a:lstStyle/>
          <a:p>
            <a:pPr algn="ctr"/>
            <a:r>
              <a:rPr lang="es-ES" sz="2000">
                <a:solidFill>
                  <a:schemeClr val="dk1"/>
                </a:solidFill>
                <a:cs typeface="Calibri"/>
                <a:sym typeface="Calibri"/>
              </a:rPr>
              <a:t>Durante la clase magistral el docente enseña el </a:t>
            </a:r>
            <a:r>
              <a:rPr lang="es-ES" sz="2000" b="1">
                <a:solidFill>
                  <a:schemeClr val="dk1"/>
                </a:solidFill>
                <a:cs typeface="Calibri"/>
                <a:sym typeface="Calibri"/>
              </a:rPr>
              <a:t>tema de la semana </a:t>
            </a:r>
            <a:r>
              <a:rPr lang="es-ES" sz="2000">
                <a:solidFill>
                  <a:schemeClr val="dk1"/>
                </a:solidFill>
                <a:cs typeface="Calibri"/>
                <a:sym typeface="Calibri"/>
              </a:rPr>
              <a:t>y realiza un</a:t>
            </a:r>
          </a:p>
          <a:p>
            <a:pPr algn="ctr"/>
            <a:r>
              <a:rPr lang="es-ES" sz="2000" b="1">
                <a:solidFill>
                  <a:schemeClr val="dk1"/>
                </a:solidFill>
                <a:cs typeface="Calibri"/>
                <a:sym typeface="Calibri"/>
              </a:rPr>
              <a:t>quiz</a:t>
            </a:r>
            <a:r>
              <a:rPr lang="es-ES" sz="2000">
                <a:solidFill>
                  <a:schemeClr val="dk1"/>
                </a:solidFill>
                <a:cs typeface="Calibri"/>
                <a:sym typeface="Calibri"/>
              </a:rPr>
              <a:t> con preguntas del tema de la semana pasada.</a:t>
            </a:r>
          </a:p>
        </p:txBody>
      </p:sp>
      <p:sp>
        <p:nvSpPr>
          <p:cNvPr id="12" name="Google Shape;558;p27">
            <a:extLst>
              <a:ext uri="{FF2B5EF4-FFF2-40B4-BE49-F238E27FC236}">
                <a16:creationId xmlns:a16="http://schemas.microsoft.com/office/drawing/2014/main" id="{4B1C958E-3C61-4B6C-B5E8-BD992711642B}"/>
              </a:ext>
            </a:extLst>
          </p:cNvPr>
          <p:cNvSpPr/>
          <p:nvPr/>
        </p:nvSpPr>
        <p:spPr>
          <a:xfrm>
            <a:off x="5728484" y="4038614"/>
            <a:ext cx="2700000" cy="2520000"/>
          </a:xfrm>
          <a:prstGeom prst="rect">
            <a:avLst/>
          </a:prstGeom>
          <a:solidFill>
            <a:srgbClr val="FB9815">
              <a:alpha val="90000"/>
            </a:srgbClr>
          </a:solidFill>
          <a:ln>
            <a:noFill/>
          </a:ln>
          <a:effectLst>
            <a:outerShdw blurRad="38100" dist="25400" dir="5400000" rotWithShape="0">
              <a:srgbClr val="000000">
                <a:alpha val="63921"/>
              </a:srgbClr>
            </a:outerShdw>
          </a:effectLst>
        </p:spPr>
        <p:txBody>
          <a:bodyPr spcFirstLastPara="1" wrap="square" lIns="91425" tIns="45700" rIns="91425" bIns="45700" anchor="ctr" anchorCtr="0">
            <a:noAutofit/>
          </a:bodyPr>
          <a:lstStyle/>
          <a:p>
            <a:pPr algn="ctr"/>
            <a:r>
              <a:rPr lang="es-CO" sz="2000"/>
              <a:t>El estudiante realiza un </a:t>
            </a:r>
            <a:r>
              <a:rPr lang="es-CO" sz="2000" b="1"/>
              <a:t>taller</a:t>
            </a:r>
            <a:r>
              <a:rPr lang="es-CO" sz="2000"/>
              <a:t> con ejercicios prácticos para verificar que se aprendieron los temas y que el estudiante es capaz de aplicarlos.</a:t>
            </a:r>
            <a:endParaRPr lang="es-ES" sz="2000">
              <a:solidFill>
                <a:schemeClr val="dk1"/>
              </a:solidFill>
              <a:cs typeface="Calibri"/>
              <a:sym typeface="Calibri"/>
            </a:endParaRPr>
          </a:p>
        </p:txBody>
      </p:sp>
      <p:sp>
        <p:nvSpPr>
          <p:cNvPr id="17" name="Google Shape;558;p27">
            <a:extLst>
              <a:ext uri="{FF2B5EF4-FFF2-40B4-BE49-F238E27FC236}">
                <a16:creationId xmlns:a16="http://schemas.microsoft.com/office/drawing/2014/main" id="{08FBE96D-AD86-4F83-92C7-A610A1C5FBBE}"/>
              </a:ext>
            </a:extLst>
          </p:cNvPr>
          <p:cNvSpPr/>
          <p:nvPr/>
        </p:nvSpPr>
        <p:spPr>
          <a:xfrm>
            <a:off x="8825928" y="4038615"/>
            <a:ext cx="2700000" cy="2520000"/>
          </a:xfrm>
          <a:prstGeom prst="rect">
            <a:avLst/>
          </a:prstGeom>
          <a:solidFill>
            <a:srgbClr val="FB9815">
              <a:alpha val="90000"/>
            </a:srgbClr>
          </a:solidFill>
          <a:ln>
            <a:noFill/>
          </a:ln>
          <a:effectLst>
            <a:outerShdw blurRad="38100" dist="25400" dir="5400000" rotWithShape="0">
              <a:srgbClr val="000000">
                <a:alpha val="63921"/>
              </a:srgbClr>
            </a:outerShdw>
          </a:effectLst>
        </p:spPr>
        <p:txBody>
          <a:bodyPr spcFirstLastPara="1" wrap="square" lIns="91425" tIns="45700" rIns="91425" bIns="45700" anchor="ctr" anchorCtr="0">
            <a:noAutofit/>
          </a:bodyPr>
          <a:lstStyle/>
          <a:p>
            <a:pPr algn="ctr"/>
            <a:r>
              <a:rPr lang="es-CO" sz="2000">
                <a:sym typeface="Calibri"/>
              </a:rPr>
              <a:t>El estudiante contará con múltiples espacios de </a:t>
            </a:r>
            <a:r>
              <a:rPr lang="es-CO" sz="2000" b="1" err="1">
                <a:sym typeface="Calibri"/>
              </a:rPr>
              <a:t>monitorías</a:t>
            </a:r>
            <a:r>
              <a:rPr lang="es-CO" sz="2000">
                <a:sym typeface="Calibri"/>
              </a:rPr>
              <a:t> que le servirán para repasar temas, resolver dudas, completar talleres, etc.</a:t>
            </a:r>
            <a:endParaRPr lang="es-ES" sz="2000">
              <a:solidFill>
                <a:schemeClr val="dk1"/>
              </a:solidFill>
              <a:cs typeface="Calibri"/>
              <a:sym typeface="Calibri"/>
            </a:endParaRPr>
          </a:p>
        </p:txBody>
      </p:sp>
      <p:sp>
        <p:nvSpPr>
          <p:cNvPr id="18" name="Google Shape;558;p27">
            <a:extLst>
              <a:ext uri="{FF2B5EF4-FFF2-40B4-BE49-F238E27FC236}">
                <a16:creationId xmlns:a16="http://schemas.microsoft.com/office/drawing/2014/main" id="{43515904-B268-4D47-A1D9-9E7D85183D2A}"/>
              </a:ext>
            </a:extLst>
          </p:cNvPr>
          <p:cNvSpPr/>
          <p:nvPr/>
        </p:nvSpPr>
        <p:spPr>
          <a:xfrm>
            <a:off x="2644802" y="3175234"/>
            <a:ext cx="2700000" cy="767586"/>
          </a:xfrm>
          <a:prstGeom prst="rect">
            <a:avLst/>
          </a:prstGeom>
          <a:solidFill>
            <a:schemeClr val="bg1">
              <a:lumMod val="85000"/>
            </a:schemeClr>
          </a:solidFill>
          <a:ln>
            <a:noFill/>
          </a:ln>
          <a:effectLst>
            <a:outerShdw blurRad="38100" dist="25400" dir="5400000" rotWithShape="0">
              <a:srgbClr val="000000">
                <a:alpha val="63921"/>
              </a:srgbClr>
            </a:outerShdw>
          </a:effectLst>
        </p:spPr>
        <p:txBody>
          <a:bodyPr spcFirstLastPara="1" wrap="square" lIns="91425" tIns="45700" rIns="91425" bIns="45700" anchor="ctr" anchorCtr="0">
            <a:noAutofit/>
          </a:bodyPr>
          <a:lstStyle/>
          <a:p>
            <a:pPr algn="ctr"/>
            <a:r>
              <a:rPr lang="es-ES" sz="2000" b="1">
                <a:solidFill>
                  <a:schemeClr val="dk1"/>
                </a:solidFill>
                <a:cs typeface="Calibri"/>
                <a:sym typeface="Calibri"/>
              </a:rPr>
              <a:t>Inicio de semana – Clase magistral y quiz</a:t>
            </a:r>
          </a:p>
        </p:txBody>
      </p:sp>
      <p:sp>
        <p:nvSpPr>
          <p:cNvPr id="19" name="Google Shape;558;p27">
            <a:extLst>
              <a:ext uri="{FF2B5EF4-FFF2-40B4-BE49-F238E27FC236}">
                <a16:creationId xmlns:a16="http://schemas.microsoft.com/office/drawing/2014/main" id="{ABAD05BA-FA19-4231-938D-451E120E25F6}"/>
              </a:ext>
            </a:extLst>
          </p:cNvPr>
          <p:cNvSpPr/>
          <p:nvPr/>
        </p:nvSpPr>
        <p:spPr>
          <a:xfrm>
            <a:off x="5728484" y="3175234"/>
            <a:ext cx="2700000" cy="767586"/>
          </a:xfrm>
          <a:prstGeom prst="rect">
            <a:avLst/>
          </a:prstGeom>
          <a:solidFill>
            <a:schemeClr val="bg1">
              <a:lumMod val="85000"/>
            </a:schemeClr>
          </a:solidFill>
          <a:ln>
            <a:noFill/>
          </a:ln>
          <a:effectLst>
            <a:outerShdw blurRad="38100" dist="25400" dir="5400000" rotWithShape="0">
              <a:srgbClr val="000000">
                <a:alpha val="63921"/>
              </a:srgbClr>
            </a:outerShdw>
          </a:effectLst>
        </p:spPr>
        <p:txBody>
          <a:bodyPr spcFirstLastPara="1" wrap="square" lIns="91425" tIns="45700" rIns="91425" bIns="45700" anchor="ctr" anchorCtr="0">
            <a:noAutofit/>
          </a:bodyPr>
          <a:lstStyle/>
          <a:p>
            <a:pPr algn="ctr"/>
            <a:r>
              <a:rPr lang="es-CO" sz="2000" b="1"/>
              <a:t>Durante la semana -  </a:t>
            </a:r>
            <a:br>
              <a:rPr lang="es-CO" sz="2000" b="1"/>
            </a:br>
            <a:r>
              <a:rPr lang="es-CO" sz="2000" b="1"/>
              <a:t>Talleres prácticos</a:t>
            </a:r>
          </a:p>
        </p:txBody>
      </p:sp>
      <p:sp>
        <p:nvSpPr>
          <p:cNvPr id="20" name="Google Shape;558;p27">
            <a:extLst>
              <a:ext uri="{FF2B5EF4-FFF2-40B4-BE49-F238E27FC236}">
                <a16:creationId xmlns:a16="http://schemas.microsoft.com/office/drawing/2014/main" id="{B5038B05-2BDC-4D00-A6B8-E24CEEFD3A24}"/>
              </a:ext>
            </a:extLst>
          </p:cNvPr>
          <p:cNvSpPr/>
          <p:nvPr/>
        </p:nvSpPr>
        <p:spPr>
          <a:xfrm>
            <a:off x="8825928" y="3175234"/>
            <a:ext cx="2700000" cy="767586"/>
          </a:xfrm>
          <a:prstGeom prst="rect">
            <a:avLst/>
          </a:prstGeom>
          <a:solidFill>
            <a:schemeClr val="bg1">
              <a:lumMod val="85000"/>
            </a:schemeClr>
          </a:solidFill>
          <a:ln>
            <a:noFill/>
          </a:ln>
          <a:effectLst>
            <a:outerShdw blurRad="38100" dist="25400" dir="5400000" rotWithShape="0">
              <a:srgbClr val="000000">
                <a:alpha val="63921"/>
              </a:srgbClr>
            </a:outerShdw>
          </a:effectLst>
        </p:spPr>
        <p:txBody>
          <a:bodyPr spcFirstLastPara="1" wrap="square" lIns="91425" tIns="45700" rIns="91425" bIns="45700" anchor="ctr" anchorCtr="0">
            <a:noAutofit/>
          </a:bodyPr>
          <a:lstStyle/>
          <a:p>
            <a:pPr algn="ctr"/>
            <a:r>
              <a:rPr lang="es-CO" sz="2000" b="1"/>
              <a:t>Durante la semana -  </a:t>
            </a:r>
            <a:br>
              <a:rPr lang="es-CO" sz="2000" b="1"/>
            </a:br>
            <a:r>
              <a:rPr lang="es-CO" sz="2000" b="1" err="1"/>
              <a:t>Monitorías</a:t>
            </a:r>
            <a:endParaRPr lang="es-CO" sz="2000" b="1"/>
          </a:p>
        </p:txBody>
      </p:sp>
    </p:spTree>
    <p:extLst>
      <p:ext uri="{BB962C8B-B14F-4D97-AF65-F5344CB8AC3E}">
        <p14:creationId xmlns:p14="http://schemas.microsoft.com/office/powerpoint/2010/main" val="21206629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9"/>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2"/>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0"/>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7"/>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2" grpId="0" animBg="1"/>
      <p:bldP spid="17" grpId="0" animBg="1"/>
      <p:bldP spid="18" grpId="0" animBg="1"/>
      <p:bldP spid="19" grpId="0" animBg="1"/>
      <p:bldP spid="20"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7A236F8-F908-4282-905B-5EACE703499D}"/>
              </a:ext>
            </a:extLst>
          </p:cNvPr>
          <p:cNvSpPr>
            <a:spLocks noGrp="1"/>
          </p:cNvSpPr>
          <p:nvPr>
            <p:ph type="title"/>
          </p:nvPr>
        </p:nvSpPr>
        <p:spPr/>
        <p:txBody>
          <a:bodyPr/>
          <a:lstStyle/>
          <a:p>
            <a:r>
              <a:rPr lang="es-CO"/>
              <a:t>Créditos</a:t>
            </a:r>
          </a:p>
        </p:txBody>
      </p:sp>
      <p:sp>
        <p:nvSpPr>
          <p:cNvPr id="3" name="Marcador de texto 2">
            <a:extLst>
              <a:ext uri="{FF2B5EF4-FFF2-40B4-BE49-F238E27FC236}">
                <a16:creationId xmlns:a16="http://schemas.microsoft.com/office/drawing/2014/main" id="{686AC6C5-BD1F-4A49-83FB-849F13588B4E}"/>
              </a:ext>
            </a:extLst>
          </p:cNvPr>
          <p:cNvSpPr>
            <a:spLocks noGrp="1"/>
          </p:cNvSpPr>
          <p:nvPr>
            <p:ph type="body" idx="1"/>
          </p:nvPr>
        </p:nvSpPr>
        <p:spPr/>
        <p:txBody>
          <a:bodyPr anchor="ctr"/>
          <a:lstStyle/>
          <a:p>
            <a:r>
              <a:rPr lang="es-ES"/>
              <a:t>Por cada</a:t>
            </a:r>
            <a:r>
              <a:rPr lang="es-ES" b="1"/>
              <a:t> hora de clase </a:t>
            </a:r>
            <a:r>
              <a:rPr lang="es-ES"/>
              <a:t>un estudiante debe dedicar </a:t>
            </a:r>
            <a:r>
              <a:rPr lang="es-ES" b="1"/>
              <a:t>2 horas de estudio</a:t>
            </a:r>
            <a:r>
              <a:rPr lang="es-ES"/>
              <a:t> fuera del aula.</a:t>
            </a:r>
          </a:p>
          <a:p>
            <a:endParaRPr lang="es-ES"/>
          </a:p>
          <a:p>
            <a:r>
              <a:rPr lang="es-ES"/>
              <a:t>Organiza tu calendario académico.</a:t>
            </a:r>
          </a:p>
        </p:txBody>
      </p:sp>
      <p:sp>
        <p:nvSpPr>
          <p:cNvPr id="4" name="Marcador de número de diapositiva 3">
            <a:extLst>
              <a:ext uri="{FF2B5EF4-FFF2-40B4-BE49-F238E27FC236}">
                <a16:creationId xmlns:a16="http://schemas.microsoft.com/office/drawing/2014/main" id="{B29E6B05-9829-418C-A844-47708B43FB2F}"/>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s-CO" smtClean="0"/>
              <a:t>15</a:t>
            </a:fld>
            <a:endParaRPr lang="es-CO"/>
          </a:p>
        </p:txBody>
      </p:sp>
    </p:spTree>
    <p:extLst>
      <p:ext uri="{BB962C8B-B14F-4D97-AF65-F5344CB8AC3E}">
        <p14:creationId xmlns:p14="http://schemas.microsoft.com/office/powerpoint/2010/main" val="41251979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19BB8BC-D70A-4525-A222-9C80D22160EF}"/>
              </a:ext>
            </a:extLst>
          </p:cNvPr>
          <p:cNvSpPr>
            <a:spLocks noGrp="1"/>
          </p:cNvSpPr>
          <p:nvPr>
            <p:ph type="title"/>
          </p:nvPr>
        </p:nvSpPr>
        <p:spPr/>
        <p:txBody>
          <a:bodyPr/>
          <a:lstStyle/>
          <a:p>
            <a:r>
              <a:rPr lang="es-CO" err="1"/>
              <a:t>Tips</a:t>
            </a:r>
            <a:r>
              <a:rPr lang="es-CO"/>
              <a:t> </a:t>
            </a:r>
            <a:r>
              <a:rPr lang="es-CO" i="1"/>
              <a:t>hacking</a:t>
            </a:r>
            <a:r>
              <a:rPr lang="es-CO"/>
              <a:t> del día para ganar el curso</a:t>
            </a:r>
          </a:p>
        </p:txBody>
      </p:sp>
      <p:sp>
        <p:nvSpPr>
          <p:cNvPr id="4" name="Marcador de número de diapositiva 3">
            <a:extLst>
              <a:ext uri="{FF2B5EF4-FFF2-40B4-BE49-F238E27FC236}">
                <a16:creationId xmlns:a16="http://schemas.microsoft.com/office/drawing/2014/main" id="{972B92D5-EE38-495C-9B6A-DC6CEE261CFD}"/>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s-CO" smtClean="0"/>
              <a:t>16</a:t>
            </a:fld>
            <a:endParaRPr lang="es-CO"/>
          </a:p>
        </p:txBody>
      </p:sp>
      <p:sp>
        <p:nvSpPr>
          <p:cNvPr id="8" name="Marcador de texto 2">
            <a:extLst>
              <a:ext uri="{FF2B5EF4-FFF2-40B4-BE49-F238E27FC236}">
                <a16:creationId xmlns:a16="http://schemas.microsoft.com/office/drawing/2014/main" id="{FAE68693-6610-4619-A7BB-7EB5798B6262}"/>
              </a:ext>
            </a:extLst>
          </p:cNvPr>
          <p:cNvSpPr>
            <a:spLocks noGrp="1"/>
          </p:cNvSpPr>
          <p:nvPr>
            <p:ph type="body" idx="1"/>
          </p:nvPr>
        </p:nvSpPr>
        <p:spPr>
          <a:xfrm>
            <a:off x="2076994" y="1489446"/>
            <a:ext cx="7312812" cy="4663440"/>
          </a:xfrm>
        </p:spPr>
        <p:txBody>
          <a:bodyPr>
            <a:noAutofit/>
          </a:bodyPr>
          <a:lstStyle/>
          <a:p>
            <a:pPr algn="just"/>
            <a:r>
              <a:rPr lang="es-CO" sz="2200" b="1"/>
              <a:t>Haga a conciencia los talleres prácticos </a:t>
            </a:r>
            <a:r>
              <a:rPr lang="es-CO" sz="2200"/>
              <a:t>de cada semana. Ese es el “pastel” que usted tiene para ganar los </a:t>
            </a:r>
            <a:r>
              <a:rPr lang="es-CO" sz="2200" err="1"/>
              <a:t>quices</a:t>
            </a:r>
            <a:r>
              <a:rPr lang="es-CO" sz="2200"/>
              <a:t>, parciales y proyectos. No copie y pegue código de sus compañeros (tenemos detectores de fraude).</a:t>
            </a:r>
          </a:p>
          <a:p>
            <a:pPr algn="just"/>
            <a:endParaRPr lang="es-CO" sz="2200"/>
          </a:p>
          <a:p>
            <a:pPr algn="just"/>
            <a:r>
              <a:rPr lang="es-CO" sz="2200" b="1"/>
              <a:t>No deje vencer los talleres</a:t>
            </a:r>
            <a:r>
              <a:rPr lang="es-CO" sz="2200"/>
              <a:t>. Los talleres son incrementales, lo cual significa que, por ejemplo, el taller de la semana 4 incluirá conceptos de las semanas 2 y 3.</a:t>
            </a:r>
          </a:p>
          <a:p>
            <a:pPr algn="just"/>
            <a:endParaRPr lang="es-CO" sz="2200"/>
          </a:p>
          <a:p>
            <a:pPr algn="just"/>
            <a:r>
              <a:rPr lang="es-CO" sz="2200" b="1"/>
              <a:t>No le pierda el hilo al curso</a:t>
            </a:r>
            <a:r>
              <a:rPr lang="es-CO" sz="2200"/>
              <a:t>. Asista a </a:t>
            </a:r>
            <a:r>
              <a:rPr lang="es-CO" sz="2200" err="1"/>
              <a:t>monitorías</a:t>
            </a:r>
            <a:r>
              <a:rPr lang="es-CO" sz="2200"/>
              <a:t> y detecte a tiempo sus dudas. Es muy probable que un estudiante pierda la materia si le pierde el hilo al curso.</a:t>
            </a:r>
          </a:p>
        </p:txBody>
      </p:sp>
      <p:pic>
        <p:nvPicPr>
          <p:cNvPr id="9" name="Imagen 8" descr="Icono&#10;&#10;Descripción generada automáticamente">
            <a:extLst>
              <a:ext uri="{FF2B5EF4-FFF2-40B4-BE49-F238E27FC236}">
                <a16:creationId xmlns:a16="http://schemas.microsoft.com/office/drawing/2014/main" id="{28B7E906-06AA-41BD-AB36-76A838E2DC1F}"/>
              </a:ext>
            </a:extLst>
          </p:cNvPr>
          <p:cNvPicPr>
            <a:picLocks noChangeAspect="1"/>
          </p:cNvPicPr>
          <p:nvPr/>
        </p:nvPicPr>
        <p:blipFill>
          <a:blip r:embed="rId2"/>
          <a:stretch>
            <a:fillRect/>
          </a:stretch>
        </p:blipFill>
        <p:spPr>
          <a:xfrm>
            <a:off x="9214571" y="2335810"/>
            <a:ext cx="2970711" cy="2970711"/>
          </a:xfrm>
          <a:prstGeom prst="rect">
            <a:avLst/>
          </a:prstGeom>
        </p:spPr>
      </p:pic>
    </p:spTree>
    <p:extLst>
      <p:ext uri="{BB962C8B-B14F-4D97-AF65-F5344CB8AC3E}">
        <p14:creationId xmlns:p14="http://schemas.microsoft.com/office/powerpoint/2010/main" val="32458635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1E493BD-8AEE-4E02-92A4-329B3BFC1608}"/>
              </a:ext>
            </a:extLst>
          </p:cNvPr>
          <p:cNvSpPr>
            <a:spLocks noGrp="1"/>
          </p:cNvSpPr>
          <p:nvPr>
            <p:ph type="title"/>
          </p:nvPr>
        </p:nvSpPr>
        <p:spPr/>
        <p:txBody>
          <a:bodyPr/>
          <a:lstStyle/>
          <a:p>
            <a:r>
              <a:rPr lang="es-CO"/>
              <a:t>Bibliografía </a:t>
            </a:r>
          </a:p>
        </p:txBody>
      </p:sp>
      <p:sp>
        <p:nvSpPr>
          <p:cNvPr id="4" name="Marcador de número de diapositiva 3">
            <a:extLst>
              <a:ext uri="{FF2B5EF4-FFF2-40B4-BE49-F238E27FC236}">
                <a16:creationId xmlns:a16="http://schemas.microsoft.com/office/drawing/2014/main" id="{DC91ADB0-FC83-4387-8F89-6DB07ECF870E}"/>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s-CO" smtClean="0"/>
              <a:t>17</a:t>
            </a:fld>
            <a:endParaRPr lang="es-CO"/>
          </a:p>
        </p:txBody>
      </p:sp>
      <p:pic>
        <p:nvPicPr>
          <p:cNvPr id="5" name="Picture 2" descr="Image result for COMPUTATIONAL THINKING A beginner’s guide to problem solving and programming">
            <a:extLst>
              <a:ext uri="{FF2B5EF4-FFF2-40B4-BE49-F238E27FC236}">
                <a16:creationId xmlns:a16="http://schemas.microsoft.com/office/drawing/2014/main" id="{20C75244-6EF9-467E-B8D1-CB6063FC345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81921" y="1463077"/>
            <a:ext cx="2915155" cy="4188441"/>
          </a:xfrm>
          <a:prstGeom prst="rect">
            <a:avLst/>
          </a:prstGeom>
        </p:spPr>
        <p:style>
          <a:lnRef idx="2">
            <a:schemeClr val="dk1"/>
          </a:lnRef>
          <a:fillRef idx="1">
            <a:schemeClr val="lt1"/>
          </a:fillRef>
          <a:effectRef idx="0">
            <a:schemeClr val="dk1"/>
          </a:effectRef>
          <a:fontRef idx="minor">
            <a:schemeClr val="dk1"/>
          </a:fontRef>
        </p:style>
      </p:pic>
      <p:pic>
        <p:nvPicPr>
          <p:cNvPr id="6" name="Picture 2">
            <a:extLst>
              <a:ext uri="{FF2B5EF4-FFF2-40B4-BE49-F238E27FC236}">
                <a16:creationId xmlns:a16="http://schemas.microsoft.com/office/drawing/2014/main" id="{0D583442-E739-4D6A-8D05-6613471857C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549658" y="1463077"/>
            <a:ext cx="3144904" cy="4159925"/>
          </a:xfrm>
          <a:prstGeom prst="rect">
            <a:avLst/>
          </a:prstGeom>
        </p:spPr>
        <p:style>
          <a:lnRef idx="2">
            <a:schemeClr val="dk1"/>
          </a:lnRef>
          <a:fillRef idx="1">
            <a:schemeClr val="lt1"/>
          </a:fillRef>
          <a:effectRef idx="0">
            <a:schemeClr val="dk1"/>
          </a:effectRef>
          <a:fontRef idx="minor">
            <a:schemeClr val="dk1"/>
          </a:fontRef>
        </p:style>
      </p:pic>
      <p:pic>
        <p:nvPicPr>
          <p:cNvPr id="1026" name="Picture 2">
            <a:extLst>
              <a:ext uri="{FF2B5EF4-FFF2-40B4-BE49-F238E27FC236}">
                <a16:creationId xmlns:a16="http://schemas.microsoft.com/office/drawing/2014/main" id="{4B9194D5-4BC8-D8FD-D91A-1689E4F8187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919948" y="1463077"/>
            <a:ext cx="3409391" cy="4188441"/>
          </a:xfrm>
          <a:prstGeom prst="rect">
            <a:avLst/>
          </a:prstGeom>
        </p:spPr>
        <p:style>
          <a:lnRef idx="2">
            <a:schemeClr val="dk1"/>
          </a:lnRef>
          <a:fillRef idx="1">
            <a:schemeClr val="lt1"/>
          </a:fillRef>
          <a:effectRef idx="0">
            <a:schemeClr val="dk1"/>
          </a:effectRef>
          <a:fontRef idx="minor">
            <a:schemeClr val="dk1"/>
          </a:fontRef>
        </p:style>
      </p:pic>
      <p:sp>
        <p:nvSpPr>
          <p:cNvPr id="3" name="Google Shape;321;p12">
            <a:extLst>
              <a:ext uri="{FF2B5EF4-FFF2-40B4-BE49-F238E27FC236}">
                <a16:creationId xmlns:a16="http://schemas.microsoft.com/office/drawing/2014/main" id="{AF11C83F-4B3C-E325-5EFC-6184A1858724}"/>
              </a:ext>
            </a:extLst>
          </p:cNvPr>
          <p:cNvSpPr/>
          <p:nvPr/>
        </p:nvSpPr>
        <p:spPr>
          <a:xfrm>
            <a:off x="1920880" y="5841137"/>
            <a:ext cx="6937986" cy="648155"/>
          </a:xfrm>
          <a:prstGeom prst="rect">
            <a:avLst/>
          </a:prstGeom>
          <a:gradFill>
            <a:gsLst>
              <a:gs pos="0">
                <a:srgbClr val="FAAD15"/>
              </a:gs>
              <a:gs pos="100000">
                <a:srgbClr val="FB9815"/>
              </a:gs>
            </a:gsLst>
            <a:path path="circle">
              <a:fillToRect t="100000" r="100000"/>
            </a:path>
            <a:tileRect l="-100000" b="-100000"/>
          </a:gradFill>
          <a:ln>
            <a:noFill/>
          </a:ln>
          <a:effectLst>
            <a:outerShdw blurRad="38100" dist="25400" dir="5400000" rotWithShape="0">
              <a:srgbClr val="000000">
                <a:alpha val="63921"/>
              </a:srgbClr>
            </a:outerShdw>
          </a:effectLst>
        </p:spPr>
        <p:txBody>
          <a:bodyPr spcFirstLastPara="1" wrap="square" lIns="91425" tIns="45700" rIns="91425" bIns="45700" anchor="ctr" anchorCtr="0">
            <a:noAutofit/>
          </a:bodyPr>
          <a:lstStyle/>
          <a:p>
            <a:pPr algn="ctr"/>
            <a:r>
              <a:rPr lang="es-CO" b="1">
                <a:solidFill>
                  <a:schemeClr val="dk1"/>
                </a:solidFill>
                <a:latin typeface="Calibri"/>
                <a:cs typeface="Calibri"/>
                <a:sym typeface="Calibri"/>
              </a:rPr>
              <a:t>Descárguelo</a:t>
            </a:r>
            <a:r>
              <a:rPr lang="es-CO" b="1">
                <a:solidFill>
                  <a:schemeClr val="dk1"/>
                </a:solidFill>
                <a:cs typeface="Calibri"/>
                <a:sym typeface="Calibri"/>
              </a:rPr>
              <a:t> gratis desde </a:t>
            </a:r>
            <a:r>
              <a:rPr lang="es-CO" b="1">
                <a:solidFill>
                  <a:schemeClr val="dk1"/>
                </a:solidFill>
                <a:cs typeface="Calibri"/>
                <a:sym typeface="Calibri"/>
                <a:hlinkClick r:id="rId6"/>
              </a:rPr>
              <a:t>https://www.amazon.com/dp/B0BQN5FF55</a:t>
            </a:r>
            <a:r>
              <a:rPr lang="es-CO" b="1">
                <a:solidFill>
                  <a:schemeClr val="dk1"/>
                </a:solidFill>
                <a:cs typeface="Calibri"/>
                <a:sym typeface="Calibri"/>
              </a:rPr>
              <a:t> (requiere crear una cuenta en Amazon), o pida el PDF al docente.</a:t>
            </a:r>
            <a:endParaRPr b="1">
              <a:solidFill>
                <a:schemeClr val="dk1"/>
              </a:solidFill>
              <a:latin typeface="Calibri"/>
              <a:cs typeface="Calibri"/>
              <a:sym typeface="Arial"/>
            </a:endParaRPr>
          </a:p>
        </p:txBody>
      </p:sp>
      <p:cxnSp>
        <p:nvCxnSpPr>
          <p:cNvPr id="7" name="Google Shape;374;p15">
            <a:extLst>
              <a:ext uri="{FF2B5EF4-FFF2-40B4-BE49-F238E27FC236}">
                <a16:creationId xmlns:a16="http://schemas.microsoft.com/office/drawing/2014/main" id="{9E4D1122-3A93-5832-D40C-93DC461B16FE}"/>
              </a:ext>
            </a:extLst>
          </p:cNvPr>
          <p:cNvCxnSpPr>
            <a:cxnSpLocks/>
            <a:stCxn id="3" idx="0"/>
          </p:cNvCxnSpPr>
          <p:nvPr/>
        </p:nvCxnSpPr>
        <p:spPr>
          <a:xfrm flipH="1" flipV="1">
            <a:off x="4395019" y="4591665"/>
            <a:ext cx="994854" cy="1249472"/>
          </a:xfrm>
          <a:prstGeom prst="straightConnector1">
            <a:avLst/>
          </a:prstGeom>
          <a:noFill/>
          <a:ln w="44450" cap="flat" cmpd="sng">
            <a:solidFill>
              <a:srgbClr val="FB9815"/>
            </a:solidFill>
            <a:prstDash val="solid"/>
            <a:round/>
            <a:headEnd type="none" w="sm" len="sm"/>
            <a:tailEnd type="triangle" w="med" len="med"/>
          </a:ln>
        </p:spPr>
      </p:cxnSp>
    </p:spTree>
    <p:extLst>
      <p:ext uri="{BB962C8B-B14F-4D97-AF65-F5344CB8AC3E}">
        <p14:creationId xmlns:p14="http://schemas.microsoft.com/office/powerpoint/2010/main" val="31818383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2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5"/>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92D52B1-11B2-6437-5FDC-90AA5436D67A}"/>
              </a:ext>
            </a:extLst>
          </p:cNvPr>
          <p:cNvSpPr>
            <a:spLocks noGrp="1"/>
          </p:cNvSpPr>
          <p:nvPr>
            <p:ph type="title"/>
          </p:nvPr>
        </p:nvSpPr>
        <p:spPr/>
        <p:txBody>
          <a:bodyPr>
            <a:normAutofit fontScale="90000"/>
          </a:bodyPr>
          <a:lstStyle/>
          <a:p>
            <a:r>
              <a:rPr lang="es-CO"/>
              <a:t>Comentarios Libro Python para principiantes</a:t>
            </a:r>
          </a:p>
        </p:txBody>
      </p:sp>
      <p:sp>
        <p:nvSpPr>
          <p:cNvPr id="3" name="Marcador de texto 2">
            <a:extLst>
              <a:ext uri="{FF2B5EF4-FFF2-40B4-BE49-F238E27FC236}">
                <a16:creationId xmlns:a16="http://schemas.microsoft.com/office/drawing/2014/main" id="{6FB88359-9FB2-4BE2-AAB2-F01DDA5089A2}"/>
              </a:ext>
            </a:extLst>
          </p:cNvPr>
          <p:cNvSpPr>
            <a:spLocks noGrp="1"/>
          </p:cNvSpPr>
          <p:nvPr>
            <p:ph type="body" idx="1"/>
          </p:nvPr>
        </p:nvSpPr>
        <p:spPr/>
        <p:txBody>
          <a:bodyPr>
            <a:normAutofit fontScale="85000" lnSpcReduction="20000"/>
          </a:bodyPr>
          <a:lstStyle/>
          <a:p>
            <a:pPr algn="just"/>
            <a:r>
              <a:rPr lang="es-ES" sz="2400" b="1"/>
              <a:t>(Colombia) </a:t>
            </a:r>
            <a:r>
              <a:rPr lang="es-ES" sz="2400"/>
              <a:t>Estimados autores del libro “Python para principiantes”, espero que se encuentren bien. He leído su excelente libro de “cabo a rabo” como una de esas novelas que no se pueden dejar de lado. Muchas gracias por las enseñanzas que allí encontré. Soy un viejo programador (72 años) y en mis buenos tiempos trabajé con los lenguajes tradicionales. Me pareció interesante acercarme a los nuevos lenguajes de programación y de verdad quedé impactado positivamente con el libro. </a:t>
            </a:r>
            <a:endParaRPr lang="es-CO" sz="2400"/>
          </a:p>
          <a:p>
            <a:pPr algn="just"/>
            <a:endParaRPr lang="es-ES" sz="2400"/>
          </a:p>
          <a:p>
            <a:pPr algn="just"/>
            <a:r>
              <a:rPr lang="es-ES" sz="2400" b="1"/>
              <a:t>(USA) </a:t>
            </a:r>
            <a:r>
              <a:rPr lang="es-ES" sz="2400"/>
              <a:t>Quiero expresar lo maravilloso que es leer su libro "Python </a:t>
            </a:r>
            <a:r>
              <a:rPr lang="es-ES" sz="2400" err="1"/>
              <a:t>For</a:t>
            </a:r>
            <a:r>
              <a:rPr lang="es-ES" sz="2400"/>
              <a:t> </a:t>
            </a:r>
            <a:r>
              <a:rPr lang="es-ES" sz="2400" err="1"/>
              <a:t>Beginners</a:t>
            </a:r>
            <a:r>
              <a:rPr lang="es-ES" sz="2400"/>
              <a:t>". Soy un veterano discapacitado jubilado de estados unidos (20 años en la fuerza aérea). Este libro me parece extremadamente fascinante y fácil de leer. Se lo recomendaré a muchos de mis compañeros militares retirados y a mis amigos.</a:t>
            </a:r>
          </a:p>
          <a:p>
            <a:pPr algn="just"/>
            <a:endParaRPr lang="es-ES" sz="2400"/>
          </a:p>
          <a:p>
            <a:pPr algn="just"/>
            <a:r>
              <a:rPr lang="es-ES" sz="2400" b="1"/>
              <a:t>(España)</a:t>
            </a:r>
            <a:r>
              <a:rPr lang="es-ES" sz="2400"/>
              <a:t> Muy buenas tardes, desde España. Les escribo para, en primer lugar, felicitarles por su libro "Python para principiantes". Lo compré en versión digital (</a:t>
            </a:r>
            <a:r>
              <a:rPr lang="es-ES" sz="2400" err="1"/>
              <a:t>kindle</a:t>
            </a:r>
            <a:r>
              <a:rPr lang="es-ES" sz="2400"/>
              <a:t> de Amazon) y fue todo un hallazgo. Ha sido un libro muy fácil de entender y entretenido. Los ejercicios y la forma de organizar la información han sido de mucha ayuda para comprender y asimilar las explicaciones. Les felicito.</a:t>
            </a:r>
          </a:p>
        </p:txBody>
      </p:sp>
      <p:sp>
        <p:nvSpPr>
          <p:cNvPr id="4" name="Marcador de número de diapositiva 3">
            <a:extLst>
              <a:ext uri="{FF2B5EF4-FFF2-40B4-BE49-F238E27FC236}">
                <a16:creationId xmlns:a16="http://schemas.microsoft.com/office/drawing/2014/main" id="{F2ED872B-BFCB-C101-D9FE-0BB9805BFE5B}"/>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s-CO" smtClean="0"/>
              <a:t>18</a:t>
            </a:fld>
            <a:endParaRPr lang="es-CO"/>
          </a:p>
        </p:txBody>
      </p:sp>
    </p:spTree>
    <p:extLst>
      <p:ext uri="{BB962C8B-B14F-4D97-AF65-F5344CB8AC3E}">
        <p14:creationId xmlns:p14="http://schemas.microsoft.com/office/powerpoint/2010/main" val="29719760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12"/>
        <p:cNvGrpSpPr/>
        <p:nvPr/>
      </p:nvGrpSpPr>
      <p:grpSpPr>
        <a:xfrm>
          <a:off x="0" y="0"/>
          <a:ext cx="0" cy="0"/>
          <a:chOff x="0" y="0"/>
          <a:chExt cx="0" cy="0"/>
        </a:xfrm>
      </p:grpSpPr>
      <p:sp>
        <p:nvSpPr>
          <p:cNvPr id="213" name="Google Shape;213;p2"/>
          <p:cNvSpPr txBox="1">
            <a:spLocks noGrp="1"/>
          </p:cNvSpPr>
          <p:nvPr>
            <p:ph type="title"/>
          </p:nvPr>
        </p:nvSpPr>
        <p:spPr>
          <a:prstGeom prst="rect">
            <a:avLst/>
          </a:prstGeom>
          <a:noFill/>
          <a:ln>
            <a:noFill/>
          </a:ln>
        </p:spPr>
        <p:txBody>
          <a:bodyPr spcFirstLastPara="1" wrap="square" lIns="91425" tIns="45700" rIns="91425" bIns="45700" anchor="ctr" anchorCtr="0">
            <a:normAutofit fontScale="90000"/>
          </a:bodyPr>
          <a:lstStyle/>
          <a:p>
            <a:pPr marL="0" lvl="0" indent="0" algn="ctr" rtl="0">
              <a:lnSpc>
                <a:spcPct val="100000"/>
              </a:lnSpc>
              <a:spcBef>
                <a:spcPts val="0"/>
              </a:spcBef>
              <a:spcAft>
                <a:spcPts val="0"/>
              </a:spcAft>
              <a:buClr>
                <a:schemeClr val="dk1"/>
              </a:buClr>
              <a:buSzPts val="4400"/>
              <a:buFont typeface="Calibri"/>
              <a:buNone/>
            </a:pPr>
            <a:r>
              <a:rPr lang="es-CO"/>
              <a:t>Agenda</a:t>
            </a:r>
            <a:endParaRPr/>
          </a:p>
        </p:txBody>
      </p:sp>
      <p:sp>
        <p:nvSpPr>
          <p:cNvPr id="214" name="Google Shape;214;p2"/>
          <p:cNvSpPr txBox="1">
            <a:spLocks noGrp="1"/>
          </p:cNvSpPr>
          <p:nvPr>
            <p:ph type="body" idx="1"/>
          </p:nvPr>
        </p:nvSpPr>
        <p:spPr>
          <a:prstGeom prst="rect">
            <a:avLst/>
          </a:prstGeom>
          <a:noFill/>
          <a:ln>
            <a:noFill/>
          </a:ln>
        </p:spPr>
        <p:txBody>
          <a:bodyPr spcFirstLastPara="1" wrap="square" lIns="91425" tIns="45700" rIns="91425" bIns="45700" anchor="ctr" anchorCtr="0">
            <a:normAutofit/>
          </a:bodyPr>
          <a:lstStyle/>
          <a:p>
            <a:pPr marL="457200" lvl="0" indent="-457200">
              <a:spcBef>
                <a:spcPts val="0"/>
              </a:spcBef>
              <a:buSzPts val="2400"/>
              <a:buFont typeface="Calibri"/>
              <a:buAutoNum type="arabicPeriod"/>
            </a:pPr>
            <a:r>
              <a:rPr lang="es-ES"/>
              <a:t>Presentación del curso</a:t>
            </a:r>
          </a:p>
          <a:p>
            <a:pPr marL="457200" lvl="0" indent="-457200">
              <a:spcBef>
                <a:spcPts val="0"/>
              </a:spcBef>
              <a:buSzPts val="2400"/>
              <a:buFont typeface="Calibri"/>
              <a:buAutoNum type="arabicPeriod"/>
            </a:pPr>
            <a:r>
              <a:rPr lang="es-ES"/>
              <a:t>Metodología del curso</a:t>
            </a:r>
          </a:p>
          <a:p>
            <a:pPr marL="457200" lvl="0" indent="-457200">
              <a:spcBef>
                <a:spcPts val="0"/>
              </a:spcBef>
              <a:buSzPts val="2400"/>
              <a:buFont typeface="Calibri"/>
              <a:buAutoNum type="arabicPeriod"/>
            </a:pPr>
            <a:r>
              <a:rPr lang="es-ES" b="1"/>
              <a:t>Contenido detallado</a:t>
            </a:r>
          </a:p>
          <a:p>
            <a:pPr marL="457200" lvl="0" indent="-457200">
              <a:spcBef>
                <a:spcPts val="0"/>
              </a:spcBef>
              <a:buSzPts val="2400"/>
              <a:buFont typeface="Calibri"/>
              <a:buAutoNum type="arabicPeriod"/>
            </a:pPr>
            <a:r>
              <a:rPr lang="es-ES"/>
              <a:t>Evaluaciones</a:t>
            </a:r>
          </a:p>
          <a:p>
            <a:pPr marL="457200" lvl="0" indent="-457200">
              <a:spcBef>
                <a:spcPts val="0"/>
              </a:spcBef>
              <a:buSzPts val="2400"/>
              <a:buFont typeface="Calibri"/>
              <a:buAutoNum type="arabicPeriod"/>
            </a:pPr>
            <a:r>
              <a:rPr lang="es-ES" err="1"/>
              <a:t>Tips</a:t>
            </a:r>
            <a:endParaRPr lang="es-ES"/>
          </a:p>
        </p:txBody>
      </p:sp>
    </p:spTree>
    <p:extLst>
      <p:ext uri="{BB962C8B-B14F-4D97-AF65-F5344CB8AC3E}">
        <p14:creationId xmlns:p14="http://schemas.microsoft.com/office/powerpoint/2010/main" val="28288085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1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1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1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1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14">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arcador de número de diapositiva 3">
            <a:extLst>
              <a:ext uri="{FF2B5EF4-FFF2-40B4-BE49-F238E27FC236}">
                <a16:creationId xmlns:a16="http://schemas.microsoft.com/office/drawing/2014/main" id="{E9CCE4D1-C5A3-ABA9-FB3E-861828F43F10}"/>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s-CO" smtClean="0"/>
              <a:t>20</a:t>
            </a:fld>
            <a:endParaRPr lang="es-CO"/>
          </a:p>
        </p:txBody>
      </p:sp>
      <p:pic>
        <p:nvPicPr>
          <p:cNvPr id="2" name="Imagen 1">
            <a:extLst>
              <a:ext uri="{FF2B5EF4-FFF2-40B4-BE49-F238E27FC236}">
                <a16:creationId xmlns:a16="http://schemas.microsoft.com/office/drawing/2014/main" id="{53161216-1C8C-93F0-9706-987569AB58D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64857" y="339837"/>
            <a:ext cx="8114751" cy="592223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0226970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12"/>
        <p:cNvGrpSpPr/>
        <p:nvPr/>
      </p:nvGrpSpPr>
      <p:grpSpPr>
        <a:xfrm>
          <a:off x="0" y="0"/>
          <a:ext cx="0" cy="0"/>
          <a:chOff x="0" y="0"/>
          <a:chExt cx="0" cy="0"/>
        </a:xfrm>
      </p:grpSpPr>
      <p:sp>
        <p:nvSpPr>
          <p:cNvPr id="213" name="Google Shape;213;p2"/>
          <p:cNvSpPr txBox="1">
            <a:spLocks noGrp="1"/>
          </p:cNvSpPr>
          <p:nvPr>
            <p:ph type="title"/>
          </p:nvPr>
        </p:nvSpPr>
        <p:spPr>
          <a:prstGeom prst="rect">
            <a:avLst/>
          </a:prstGeom>
          <a:noFill/>
          <a:ln>
            <a:noFill/>
          </a:ln>
        </p:spPr>
        <p:txBody>
          <a:bodyPr spcFirstLastPara="1" wrap="square" lIns="91425" tIns="45700" rIns="91425" bIns="45700" anchor="ctr" anchorCtr="0">
            <a:normAutofit fontScale="90000"/>
          </a:bodyPr>
          <a:lstStyle/>
          <a:p>
            <a:pPr marL="0" lvl="0" indent="0" algn="ctr" rtl="0">
              <a:lnSpc>
                <a:spcPct val="100000"/>
              </a:lnSpc>
              <a:spcBef>
                <a:spcPts val="0"/>
              </a:spcBef>
              <a:spcAft>
                <a:spcPts val="0"/>
              </a:spcAft>
              <a:buClr>
                <a:schemeClr val="dk1"/>
              </a:buClr>
              <a:buSzPts val="4400"/>
              <a:buFont typeface="Calibri"/>
              <a:buNone/>
            </a:pPr>
            <a:r>
              <a:rPr lang="es-CO"/>
              <a:t>Agenda</a:t>
            </a:r>
            <a:endParaRPr/>
          </a:p>
        </p:txBody>
      </p:sp>
      <p:sp>
        <p:nvSpPr>
          <p:cNvPr id="214" name="Google Shape;214;p2"/>
          <p:cNvSpPr txBox="1">
            <a:spLocks noGrp="1"/>
          </p:cNvSpPr>
          <p:nvPr>
            <p:ph type="body" idx="1"/>
          </p:nvPr>
        </p:nvSpPr>
        <p:spPr>
          <a:prstGeom prst="rect">
            <a:avLst/>
          </a:prstGeom>
          <a:noFill/>
          <a:ln>
            <a:noFill/>
          </a:ln>
        </p:spPr>
        <p:txBody>
          <a:bodyPr spcFirstLastPara="1" wrap="square" lIns="91425" tIns="45700" rIns="91425" bIns="45700" anchor="ctr" anchorCtr="0">
            <a:normAutofit/>
          </a:bodyPr>
          <a:lstStyle/>
          <a:p>
            <a:pPr marL="457200" lvl="0" indent="-457200">
              <a:spcBef>
                <a:spcPts val="0"/>
              </a:spcBef>
              <a:buSzPts val="2400"/>
              <a:buFont typeface="Calibri"/>
              <a:buAutoNum type="arabicPeriod"/>
            </a:pPr>
            <a:r>
              <a:rPr lang="es-ES"/>
              <a:t>Presentación del curso</a:t>
            </a:r>
          </a:p>
          <a:p>
            <a:pPr marL="457200" lvl="0" indent="-457200">
              <a:spcBef>
                <a:spcPts val="0"/>
              </a:spcBef>
              <a:buSzPts val="2400"/>
              <a:buFont typeface="Calibri"/>
              <a:buAutoNum type="arabicPeriod"/>
            </a:pPr>
            <a:r>
              <a:rPr lang="es-ES"/>
              <a:t>Metodología del curso</a:t>
            </a:r>
          </a:p>
          <a:p>
            <a:pPr marL="457200" lvl="0" indent="-457200">
              <a:spcBef>
                <a:spcPts val="0"/>
              </a:spcBef>
              <a:buSzPts val="2400"/>
              <a:buFont typeface="Calibri"/>
              <a:buAutoNum type="arabicPeriod"/>
            </a:pPr>
            <a:r>
              <a:rPr lang="es-ES"/>
              <a:t>Contenido detallado</a:t>
            </a:r>
          </a:p>
          <a:p>
            <a:pPr marL="457200" lvl="0" indent="-457200">
              <a:spcBef>
                <a:spcPts val="0"/>
              </a:spcBef>
              <a:buSzPts val="2400"/>
              <a:buFont typeface="Calibri"/>
              <a:buAutoNum type="arabicPeriod"/>
            </a:pPr>
            <a:r>
              <a:rPr lang="es-ES" b="1"/>
              <a:t>Evaluaciones</a:t>
            </a:r>
          </a:p>
          <a:p>
            <a:pPr marL="457200" lvl="0" indent="-457200">
              <a:spcBef>
                <a:spcPts val="0"/>
              </a:spcBef>
              <a:buSzPts val="2400"/>
              <a:buFont typeface="Calibri"/>
              <a:buAutoNum type="arabicPeriod"/>
            </a:pPr>
            <a:r>
              <a:rPr lang="es-ES" err="1"/>
              <a:t>Tips</a:t>
            </a:r>
            <a:endParaRPr lang="es-ES"/>
          </a:p>
        </p:txBody>
      </p:sp>
    </p:spTree>
    <p:extLst>
      <p:ext uri="{BB962C8B-B14F-4D97-AF65-F5344CB8AC3E}">
        <p14:creationId xmlns:p14="http://schemas.microsoft.com/office/powerpoint/2010/main" val="26632463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1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1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1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1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14">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ítulo 4">
            <a:extLst>
              <a:ext uri="{FF2B5EF4-FFF2-40B4-BE49-F238E27FC236}">
                <a16:creationId xmlns:a16="http://schemas.microsoft.com/office/drawing/2014/main" id="{293116BF-6D66-4B46-927F-8434ED4C18D6}"/>
              </a:ext>
            </a:extLst>
          </p:cNvPr>
          <p:cNvSpPr>
            <a:spLocks noGrp="1"/>
          </p:cNvSpPr>
          <p:nvPr>
            <p:ph type="title"/>
          </p:nvPr>
        </p:nvSpPr>
        <p:spPr/>
        <p:txBody>
          <a:bodyPr/>
          <a:lstStyle/>
          <a:p>
            <a:r>
              <a:rPr lang="es-CO" dirty="0"/>
              <a:t>Evaluaciones</a:t>
            </a:r>
          </a:p>
        </p:txBody>
      </p:sp>
      <p:sp>
        <p:nvSpPr>
          <p:cNvPr id="4" name="Marcador de número de diapositiva 3">
            <a:extLst>
              <a:ext uri="{FF2B5EF4-FFF2-40B4-BE49-F238E27FC236}">
                <a16:creationId xmlns:a16="http://schemas.microsoft.com/office/drawing/2014/main" id="{735B9C73-FC92-41A0-8851-73EC5405A63E}"/>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s-CO" smtClean="0"/>
              <a:t>22</a:t>
            </a:fld>
            <a:endParaRPr lang="es-CO"/>
          </a:p>
        </p:txBody>
      </p:sp>
      <p:graphicFrame>
        <p:nvGraphicFramePr>
          <p:cNvPr id="11" name="Marcador de contenido 8">
            <a:extLst>
              <a:ext uri="{FF2B5EF4-FFF2-40B4-BE49-F238E27FC236}">
                <a16:creationId xmlns:a16="http://schemas.microsoft.com/office/drawing/2014/main" id="{89A3582E-444A-FA8C-D39D-895811161C5D}"/>
              </a:ext>
            </a:extLst>
          </p:cNvPr>
          <p:cNvGraphicFramePr>
            <a:graphicFrameLocks/>
          </p:cNvGraphicFramePr>
          <p:nvPr>
            <p:extLst>
              <p:ext uri="{D42A27DB-BD31-4B8C-83A1-F6EECF244321}">
                <p14:modId xmlns:p14="http://schemas.microsoft.com/office/powerpoint/2010/main" val="2618471929"/>
              </p:ext>
            </p:extLst>
          </p:nvPr>
        </p:nvGraphicFramePr>
        <p:xfrm>
          <a:off x="3401820" y="1061089"/>
          <a:ext cx="7016363" cy="435215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CuadroTexto 1">
            <a:extLst>
              <a:ext uri="{FF2B5EF4-FFF2-40B4-BE49-F238E27FC236}">
                <a16:creationId xmlns:a16="http://schemas.microsoft.com/office/drawing/2014/main" id="{1712CA1F-6590-E015-2F56-910D0D7DF297}"/>
              </a:ext>
            </a:extLst>
          </p:cNvPr>
          <p:cNvSpPr txBox="1"/>
          <p:nvPr/>
        </p:nvSpPr>
        <p:spPr>
          <a:xfrm>
            <a:off x="1967266" y="5738029"/>
            <a:ext cx="9517598" cy="954107"/>
          </a:xfrm>
          <a:prstGeom prst="rect">
            <a:avLst/>
          </a:prstGeom>
          <a:noFill/>
        </p:spPr>
        <p:txBody>
          <a:bodyPr wrap="square" lIns="91440" tIns="45720" rIns="91440" bIns="45720" rtlCol="0" anchor="t">
            <a:spAutoFit/>
          </a:bodyPr>
          <a:lstStyle/>
          <a:p>
            <a:r>
              <a:rPr lang="es-ES" sz="2000" dirty="0"/>
              <a:t>*</a:t>
            </a:r>
            <a:r>
              <a:rPr lang="es" sz="1200" dirty="0">
                <a:latin typeface="Arial"/>
                <a:cs typeface="Arial"/>
              </a:rPr>
              <a:t>Para los grupos con una sesión de </a:t>
            </a:r>
            <a:r>
              <a:rPr lang="es" sz="1200" b="1" dirty="0">
                <a:latin typeface="Arial"/>
                <a:cs typeface="Arial"/>
              </a:rPr>
              <a:t>3 horas </a:t>
            </a:r>
            <a:r>
              <a:rPr lang="es" sz="1200" dirty="0">
                <a:latin typeface="Arial"/>
                <a:cs typeface="Arial"/>
              </a:rPr>
              <a:t>continuas, el estudiante que acumule </a:t>
            </a:r>
            <a:r>
              <a:rPr lang="es" sz="1200" b="1" dirty="0">
                <a:latin typeface="Arial"/>
                <a:cs typeface="Arial"/>
              </a:rPr>
              <a:t>5 o más inasistencias (sin excusa válida) hasta la semana 14 de clases</a:t>
            </a:r>
            <a:r>
              <a:rPr lang="es" sz="1200" dirty="0">
                <a:latin typeface="Arial"/>
                <a:cs typeface="Arial"/>
              </a:rPr>
              <a:t> no podrá presentar el </a:t>
            </a:r>
            <a:r>
              <a:rPr lang="es" sz="1200">
                <a:latin typeface="Arial"/>
                <a:cs typeface="Arial"/>
              </a:rPr>
              <a:t>Parcial 3 </a:t>
            </a:r>
            <a:r>
              <a:rPr lang="es" sz="1200" dirty="0">
                <a:latin typeface="Arial"/>
                <a:cs typeface="Arial"/>
              </a:rPr>
              <a:t>y se le asignará una </a:t>
            </a:r>
            <a:r>
              <a:rPr lang="es" sz="1200" b="1" dirty="0">
                <a:latin typeface="Arial"/>
                <a:cs typeface="Arial"/>
              </a:rPr>
              <a:t>calificación de 0,0 </a:t>
            </a:r>
            <a:r>
              <a:rPr lang="es" sz="1200" dirty="0">
                <a:latin typeface="Arial"/>
                <a:cs typeface="Arial"/>
              </a:rPr>
              <a:t>en esa evaluación (20%). Para los grupos con dos sesiones de </a:t>
            </a:r>
            <a:r>
              <a:rPr lang="es" sz="1200" b="1" dirty="0">
                <a:latin typeface="Arial"/>
                <a:cs typeface="Arial"/>
              </a:rPr>
              <a:t>1,5 horas</a:t>
            </a:r>
            <a:r>
              <a:rPr lang="es" sz="1200" dirty="0">
                <a:latin typeface="Arial"/>
                <a:cs typeface="Arial"/>
              </a:rPr>
              <a:t>, el estudiante que acumule </a:t>
            </a:r>
            <a:r>
              <a:rPr lang="es" sz="1200" b="1" dirty="0">
                <a:latin typeface="Arial"/>
                <a:cs typeface="Arial"/>
              </a:rPr>
              <a:t>10 o más inasistencias (sin excusa válida) hasta la semana 14 de clases</a:t>
            </a:r>
            <a:r>
              <a:rPr lang="es" sz="1200" dirty="0">
                <a:latin typeface="Arial"/>
                <a:cs typeface="Arial"/>
              </a:rPr>
              <a:t> no podrá presentar el Parcial 3 y se le asignará una </a:t>
            </a:r>
            <a:r>
              <a:rPr lang="es" sz="1200" b="1" dirty="0">
                <a:latin typeface="Arial"/>
                <a:cs typeface="Arial"/>
              </a:rPr>
              <a:t>calificación de 0,0</a:t>
            </a:r>
            <a:r>
              <a:rPr lang="es" sz="1200" dirty="0">
                <a:latin typeface="Arial"/>
                <a:cs typeface="Arial"/>
              </a:rPr>
              <a:t> en esa evaluación (20%)</a:t>
            </a:r>
            <a:r>
              <a:rPr lang="es-ES" sz="1200" dirty="0"/>
              <a:t>.</a:t>
            </a:r>
            <a:endParaRPr lang="es-CO" sz="1200" dirty="0">
              <a:ea typeface="Calibri" panose="020F0502020204030204"/>
              <a:cs typeface="Calibri" panose="020F0502020204030204"/>
            </a:endParaRPr>
          </a:p>
        </p:txBody>
      </p:sp>
    </p:spTree>
    <p:extLst>
      <p:ext uri="{BB962C8B-B14F-4D97-AF65-F5344CB8AC3E}">
        <p14:creationId xmlns:p14="http://schemas.microsoft.com/office/powerpoint/2010/main" val="11171003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11" grpId="0">
        <p:bldAsOne/>
      </p:bldGraphic>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E9688C4-65F6-0D17-EFB1-CDC05A03E412}"/>
              </a:ext>
            </a:extLst>
          </p:cNvPr>
          <p:cNvSpPr>
            <a:spLocks noGrp="1"/>
          </p:cNvSpPr>
          <p:nvPr>
            <p:ph type="title"/>
          </p:nvPr>
        </p:nvSpPr>
        <p:spPr>
          <a:xfrm>
            <a:off x="2076994" y="143412"/>
            <a:ext cx="9666016" cy="1018902"/>
          </a:xfrm>
        </p:spPr>
        <p:txBody>
          <a:bodyPr/>
          <a:lstStyle/>
          <a:p>
            <a:r>
              <a:rPr lang="es-CO" dirty="0"/>
              <a:t>Reglas generales para </a:t>
            </a:r>
            <a:r>
              <a:rPr lang="es-CO" dirty="0" err="1"/>
              <a:t>quices</a:t>
            </a:r>
          </a:p>
        </p:txBody>
      </p:sp>
      <p:sp>
        <p:nvSpPr>
          <p:cNvPr id="3" name="Marcador de texto 2">
            <a:extLst>
              <a:ext uri="{FF2B5EF4-FFF2-40B4-BE49-F238E27FC236}">
                <a16:creationId xmlns:a16="http://schemas.microsoft.com/office/drawing/2014/main" id="{C0AD9205-8F9C-250E-0111-3403D1139F7F}"/>
              </a:ext>
            </a:extLst>
          </p:cNvPr>
          <p:cNvSpPr>
            <a:spLocks noGrp="1"/>
          </p:cNvSpPr>
          <p:nvPr>
            <p:ph type="body" idx="1"/>
          </p:nvPr>
        </p:nvSpPr>
        <p:spPr>
          <a:xfrm>
            <a:off x="2076994" y="1273138"/>
            <a:ext cx="9666016" cy="4663440"/>
          </a:xfrm>
        </p:spPr>
        <p:txBody>
          <a:bodyPr>
            <a:noAutofit/>
          </a:bodyPr>
          <a:lstStyle/>
          <a:p>
            <a:pPr algn="just">
              <a:buSzPct val="100000"/>
            </a:pPr>
            <a:r>
              <a:rPr lang="es-CO" sz="1900" b="1" dirty="0"/>
              <a:t>Los </a:t>
            </a:r>
            <a:r>
              <a:rPr lang="es-CO" sz="1900" b="1" dirty="0" err="1"/>
              <a:t>quices</a:t>
            </a:r>
            <a:r>
              <a:rPr lang="es-CO" sz="1900" b="1" dirty="0"/>
              <a:t> se presentan en clase de manera presencial</a:t>
            </a:r>
            <a:r>
              <a:rPr lang="es-CO" sz="1900" dirty="0"/>
              <a:t>. Completar un quiz por fuera del aula se considera fraude y puede causar la pérdida de ese quiz en 0.0 y un proceso disciplinario.</a:t>
            </a:r>
          </a:p>
          <a:p>
            <a:pPr algn="just">
              <a:buSzPct val="100000"/>
            </a:pPr>
            <a:r>
              <a:rPr lang="es-CO" sz="1900" dirty="0"/>
              <a:t>Los </a:t>
            </a:r>
            <a:r>
              <a:rPr lang="es-CO" sz="1900" dirty="0" err="1"/>
              <a:t>quices</a:t>
            </a:r>
            <a:r>
              <a:rPr lang="es-CO" sz="1900" dirty="0"/>
              <a:t> y talleres tienen una fecha de vencimiento. </a:t>
            </a:r>
            <a:r>
              <a:rPr lang="es-CO" sz="1900" b="1" dirty="0"/>
              <a:t>Esas fechas no se amplían</a:t>
            </a:r>
            <a:r>
              <a:rPr lang="es-CO" sz="1900" dirty="0"/>
              <a:t>. </a:t>
            </a:r>
          </a:p>
          <a:p>
            <a:pPr algn="just">
              <a:buSzPct val="100000"/>
            </a:pPr>
            <a:r>
              <a:rPr lang="es-CO" sz="1900" dirty="0"/>
              <a:t>Si un estudiante, por motivos de fuerza mayor, no puede acudir a una clase donde se presenta un quiz, debe validar ya sea con Servicio Médico,</a:t>
            </a:r>
            <a:r>
              <a:rPr lang="es-ES" sz="1900" dirty="0"/>
              <a:t> o Bienestar Universitario, la incapacidad o el motivo de fuerza mayor. El detalle del reglamento sobre supletorios lo puede encontrar en: “Reglamento académico de los programas de pregrado - Artículo 66”.</a:t>
            </a:r>
          </a:p>
          <a:p>
            <a:pPr lvl="1" algn="just">
              <a:buClr>
                <a:srgbClr val="009BAF"/>
              </a:buClr>
              <a:buSzPct val="100000"/>
            </a:pPr>
            <a:r>
              <a:rPr lang="es-ES" sz="1700" b="1" dirty="0"/>
              <a:t>Un ejemplo: </a:t>
            </a:r>
            <a:r>
              <a:rPr lang="es-ES" sz="1700" dirty="0"/>
              <a:t>si un estudiante se enferma, este deberá presentar personalmente en original el certificado de incapacidad emitido por el médico, dentro de los tres (3) días hábiles siguientes a la fecha de finalización de la incapacidad, en el Servicio Médico de la Universidad.</a:t>
            </a:r>
          </a:p>
          <a:p>
            <a:pPr algn="just">
              <a:buSzPct val="100000"/>
            </a:pPr>
            <a:r>
              <a:rPr lang="es-ES" sz="1900" dirty="0"/>
              <a:t>Inmediatamente el estudiante cuente con la validación correspondiente, deberá </a:t>
            </a:r>
            <a:r>
              <a:rPr lang="es-ES" sz="1900" b="1" dirty="0"/>
              <a:t>agendar con el docente de su grupo el supletorio para el quiz</a:t>
            </a:r>
            <a:r>
              <a:rPr lang="es-ES" sz="1900" dirty="0"/>
              <a:t>.</a:t>
            </a:r>
          </a:p>
          <a:p>
            <a:pPr algn="just">
              <a:buSzPct val="100000"/>
            </a:pPr>
            <a:r>
              <a:rPr lang="es-ES" sz="1900" dirty="0"/>
              <a:t>No cuentan como excusas válidas: (i) paseos, o (</a:t>
            </a:r>
            <a:r>
              <a:rPr lang="es-ES" sz="1900" dirty="0" err="1"/>
              <a:t>ii</a:t>
            </a:r>
            <a:r>
              <a:rPr lang="es-ES" sz="1900" dirty="0"/>
              <a:t>) reuniones de trabajo u otra actividad laboral.</a:t>
            </a:r>
            <a:endParaRPr lang="es-CO" sz="1900" dirty="0"/>
          </a:p>
        </p:txBody>
      </p:sp>
      <p:sp>
        <p:nvSpPr>
          <p:cNvPr id="4" name="Marcador de número de diapositiva 3">
            <a:extLst>
              <a:ext uri="{FF2B5EF4-FFF2-40B4-BE49-F238E27FC236}">
                <a16:creationId xmlns:a16="http://schemas.microsoft.com/office/drawing/2014/main" id="{A0062B57-1162-20B6-B050-50DB9F9F622C}"/>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s-CO" smtClean="0"/>
              <a:t>23</a:t>
            </a:fld>
            <a:endParaRPr lang="es-CO"/>
          </a:p>
        </p:txBody>
      </p:sp>
    </p:spTree>
    <p:extLst>
      <p:ext uri="{BB962C8B-B14F-4D97-AF65-F5344CB8AC3E}">
        <p14:creationId xmlns:p14="http://schemas.microsoft.com/office/powerpoint/2010/main" val="19931752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C7013DF-4CC0-8AA4-2995-DD0C3DEC09D4}"/>
              </a:ext>
            </a:extLst>
          </p:cNvPr>
          <p:cNvSpPr>
            <a:spLocks noGrp="1"/>
          </p:cNvSpPr>
          <p:nvPr>
            <p:ph type="title"/>
          </p:nvPr>
        </p:nvSpPr>
        <p:spPr/>
        <p:txBody>
          <a:bodyPr>
            <a:normAutofit fontScale="90000"/>
          </a:bodyPr>
          <a:lstStyle/>
          <a:p>
            <a:r>
              <a:rPr lang="es-CO" dirty="0"/>
              <a:t>Reglas generales para el proyecto, talleres  y parciales</a:t>
            </a:r>
          </a:p>
        </p:txBody>
      </p:sp>
      <p:sp>
        <p:nvSpPr>
          <p:cNvPr id="3" name="Marcador de texto 2">
            <a:extLst>
              <a:ext uri="{FF2B5EF4-FFF2-40B4-BE49-F238E27FC236}">
                <a16:creationId xmlns:a16="http://schemas.microsoft.com/office/drawing/2014/main" id="{AE12AECD-0FA1-4F69-9CD7-FAF9BBDF45BD}"/>
              </a:ext>
            </a:extLst>
          </p:cNvPr>
          <p:cNvSpPr>
            <a:spLocks noGrp="1"/>
          </p:cNvSpPr>
          <p:nvPr>
            <p:ph type="body" idx="1"/>
          </p:nvPr>
        </p:nvSpPr>
        <p:spPr/>
        <p:txBody>
          <a:bodyPr>
            <a:normAutofit/>
          </a:bodyPr>
          <a:lstStyle/>
          <a:p>
            <a:pPr algn="just"/>
            <a:r>
              <a:rPr lang="es-CO" sz="2000" dirty="0"/>
              <a:t>El proyecto y los parciales son definidos por el docente del curso (basado en plantillas que recomienda la coordinación de la materia).</a:t>
            </a:r>
          </a:p>
          <a:p>
            <a:pPr algn="just"/>
            <a:r>
              <a:rPr lang="es-CO" sz="2000" dirty="0"/>
              <a:t>Las indicaciones del proyecto y los parciales las comunicará el docente según vaya avanzando el curso.</a:t>
            </a:r>
          </a:p>
          <a:p>
            <a:pPr algn="just"/>
            <a:r>
              <a:rPr lang="es-ES" sz="2000" dirty="0"/>
              <a:t>El incumplimiento de cualquiera de los entregables del proyecto será calificado con 0.0.</a:t>
            </a:r>
          </a:p>
          <a:p>
            <a:pPr algn="just"/>
            <a:r>
              <a:rPr lang="es-CO" sz="2000" dirty="0"/>
              <a:t>Las indicaciones sobre los talleres serán dadas por el docente del curso. Tenga en cuenta que cada taller tiene una fecha y hora específica de inicio y una fecha y hora específica de fin. No podrá realizar el taller fuera de esos plazos.</a:t>
            </a:r>
            <a:endParaRPr lang="en-US" sz="2000" dirty="0"/>
          </a:p>
          <a:p>
            <a:pPr algn="just"/>
            <a:endParaRPr lang="es-ES" sz="2000" dirty="0"/>
          </a:p>
        </p:txBody>
      </p:sp>
      <p:sp>
        <p:nvSpPr>
          <p:cNvPr id="4" name="Marcador de número de diapositiva 3">
            <a:extLst>
              <a:ext uri="{FF2B5EF4-FFF2-40B4-BE49-F238E27FC236}">
                <a16:creationId xmlns:a16="http://schemas.microsoft.com/office/drawing/2014/main" id="{BE47C058-45D0-B0A0-4192-69BA2DCE39CB}"/>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s-CO" smtClean="0"/>
              <a:t>24</a:t>
            </a:fld>
            <a:endParaRPr lang="es-CO"/>
          </a:p>
        </p:txBody>
      </p:sp>
    </p:spTree>
    <p:extLst>
      <p:ext uri="{BB962C8B-B14F-4D97-AF65-F5344CB8AC3E}">
        <p14:creationId xmlns:p14="http://schemas.microsoft.com/office/powerpoint/2010/main" val="27906659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6FF2624-D2F8-D332-96A6-9D80985F6237}"/>
              </a:ext>
            </a:extLst>
          </p:cNvPr>
          <p:cNvSpPr>
            <a:spLocks noGrp="1"/>
          </p:cNvSpPr>
          <p:nvPr>
            <p:ph type="title"/>
          </p:nvPr>
        </p:nvSpPr>
        <p:spPr/>
        <p:txBody>
          <a:bodyPr>
            <a:noAutofit/>
          </a:bodyPr>
          <a:lstStyle/>
          <a:p>
            <a:r>
              <a:rPr lang="es-CO" sz="3600"/>
              <a:t>Conducto regular para solución de problemas</a:t>
            </a:r>
          </a:p>
        </p:txBody>
      </p:sp>
      <p:sp>
        <p:nvSpPr>
          <p:cNvPr id="3" name="Marcador de texto 2">
            <a:extLst>
              <a:ext uri="{FF2B5EF4-FFF2-40B4-BE49-F238E27FC236}">
                <a16:creationId xmlns:a16="http://schemas.microsoft.com/office/drawing/2014/main" id="{5DCFA5EA-50C4-B4E1-B5B3-CF1309F30183}"/>
              </a:ext>
            </a:extLst>
          </p:cNvPr>
          <p:cNvSpPr>
            <a:spLocks noGrp="1"/>
          </p:cNvSpPr>
          <p:nvPr>
            <p:ph type="body" idx="1"/>
          </p:nvPr>
        </p:nvSpPr>
        <p:spPr>
          <a:xfrm>
            <a:off x="1939344" y="1410789"/>
            <a:ext cx="6813036" cy="4663440"/>
          </a:xfrm>
        </p:spPr>
        <p:txBody>
          <a:bodyPr>
            <a:normAutofit/>
          </a:bodyPr>
          <a:lstStyle/>
          <a:p>
            <a:pPr algn="just"/>
            <a:r>
              <a:rPr lang="es-CO" sz="2400" dirty="0"/>
              <a:t>Si usted como estudiante presenta algún problema con la materia, debe seguir el siguiente conducto regular:</a:t>
            </a:r>
          </a:p>
          <a:p>
            <a:pPr marL="1016000" lvl="1" indent="-457200" algn="just">
              <a:buClr>
                <a:srgbClr val="009BAF"/>
              </a:buClr>
              <a:buFont typeface="+mj-lt"/>
              <a:buAutoNum type="arabicPeriod"/>
            </a:pPr>
            <a:r>
              <a:rPr lang="es-CO" sz="2000" dirty="0"/>
              <a:t>Primero debe comunicar el problema a su docente.</a:t>
            </a:r>
          </a:p>
          <a:p>
            <a:pPr marL="1016000" lvl="1" indent="-457200" algn="just">
              <a:buClr>
                <a:srgbClr val="009BAF"/>
              </a:buClr>
              <a:buFont typeface="+mj-lt"/>
              <a:buAutoNum type="arabicPeriod"/>
            </a:pPr>
            <a:r>
              <a:rPr lang="es-CO" sz="2000" dirty="0"/>
              <a:t>Si no llega a una solución con su docente, debe comunicarlo a la coordinación del curso (</a:t>
            </a:r>
            <a:r>
              <a:rPr lang="es-CO" sz="2000" dirty="0">
                <a:hlinkClick r:id="rId2"/>
              </a:rPr>
              <a:t>gcarmona@eafit.edu.co</a:t>
            </a:r>
            <a:r>
              <a:rPr lang="es-CO" sz="2000" dirty="0"/>
              <a:t>). Recuerde, para llegar a la coordinación, primero debió pasar por la conversación con su docente.</a:t>
            </a:r>
          </a:p>
          <a:p>
            <a:pPr marL="1016000" lvl="1" indent="-457200" algn="just">
              <a:buClr>
                <a:srgbClr val="009BAF"/>
              </a:buClr>
              <a:buFont typeface="+mj-lt"/>
              <a:buAutoNum type="arabicPeriod"/>
            </a:pPr>
            <a:r>
              <a:rPr lang="es-CO" sz="2000" dirty="0"/>
              <a:t>En caso de no llegar a una solución con la coordinación, se escalará a la jefatura del programa y/o a instancias superiores.</a:t>
            </a:r>
          </a:p>
        </p:txBody>
      </p:sp>
      <p:sp>
        <p:nvSpPr>
          <p:cNvPr id="4" name="Marcador de número de diapositiva 3">
            <a:extLst>
              <a:ext uri="{FF2B5EF4-FFF2-40B4-BE49-F238E27FC236}">
                <a16:creationId xmlns:a16="http://schemas.microsoft.com/office/drawing/2014/main" id="{E63BA99D-8601-1173-02D3-083379BA22D3}"/>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s-CO" smtClean="0"/>
              <a:t>25</a:t>
            </a:fld>
            <a:endParaRPr lang="es-CO"/>
          </a:p>
        </p:txBody>
      </p:sp>
      <p:pic>
        <p:nvPicPr>
          <p:cNvPr id="8" name="Imagen 7" descr="Dibujo animado de un personaje animado&#10;&#10;Descripción generada automáticamente con confianza baja">
            <a:extLst>
              <a:ext uri="{FF2B5EF4-FFF2-40B4-BE49-F238E27FC236}">
                <a16:creationId xmlns:a16="http://schemas.microsoft.com/office/drawing/2014/main" id="{967E3ECF-DD66-F1B6-758B-CA9B1D28A8AD}"/>
              </a:ext>
            </a:extLst>
          </p:cNvPr>
          <p:cNvPicPr>
            <a:picLocks noChangeAspect="1"/>
          </p:cNvPicPr>
          <p:nvPr/>
        </p:nvPicPr>
        <p:blipFill>
          <a:blip r:embed="rId3"/>
          <a:srcRect l="15337" t="684" r="21029" b="233"/>
          <a:stretch>
            <a:fillRect/>
          </a:stretch>
        </p:blipFill>
        <p:spPr>
          <a:xfrm>
            <a:off x="8771488" y="1410354"/>
            <a:ext cx="2989065" cy="4654269"/>
          </a:xfrm>
          <a:prstGeom prst="rect">
            <a:avLst/>
          </a:prstGeom>
        </p:spPr>
      </p:pic>
    </p:spTree>
    <p:extLst>
      <p:ext uri="{BB962C8B-B14F-4D97-AF65-F5344CB8AC3E}">
        <p14:creationId xmlns:p14="http://schemas.microsoft.com/office/powerpoint/2010/main" val="12664939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12"/>
        <p:cNvGrpSpPr/>
        <p:nvPr/>
      </p:nvGrpSpPr>
      <p:grpSpPr>
        <a:xfrm>
          <a:off x="0" y="0"/>
          <a:ext cx="0" cy="0"/>
          <a:chOff x="0" y="0"/>
          <a:chExt cx="0" cy="0"/>
        </a:xfrm>
      </p:grpSpPr>
      <p:sp>
        <p:nvSpPr>
          <p:cNvPr id="213" name="Google Shape;213;p2"/>
          <p:cNvSpPr txBox="1">
            <a:spLocks noGrp="1"/>
          </p:cNvSpPr>
          <p:nvPr>
            <p:ph type="title"/>
          </p:nvPr>
        </p:nvSpPr>
        <p:spPr>
          <a:prstGeom prst="rect">
            <a:avLst/>
          </a:prstGeom>
          <a:noFill/>
          <a:ln>
            <a:noFill/>
          </a:ln>
        </p:spPr>
        <p:txBody>
          <a:bodyPr spcFirstLastPara="1" wrap="square" lIns="91425" tIns="45700" rIns="91425" bIns="45700" anchor="ctr" anchorCtr="0">
            <a:normAutofit fontScale="90000"/>
          </a:bodyPr>
          <a:lstStyle/>
          <a:p>
            <a:pPr marL="0" lvl="0" indent="0" algn="ctr" rtl="0">
              <a:lnSpc>
                <a:spcPct val="100000"/>
              </a:lnSpc>
              <a:spcBef>
                <a:spcPts val="0"/>
              </a:spcBef>
              <a:spcAft>
                <a:spcPts val="0"/>
              </a:spcAft>
              <a:buClr>
                <a:schemeClr val="dk1"/>
              </a:buClr>
              <a:buSzPts val="4400"/>
              <a:buFont typeface="Calibri"/>
              <a:buNone/>
            </a:pPr>
            <a:r>
              <a:rPr lang="es-CO"/>
              <a:t>Agenda</a:t>
            </a:r>
            <a:endParaRPr/>
          </a:p>
        </p:txBody>
      </p:sp>
      <p:sp>
        <p:nvSpPr>
          <p:cNvPr id="214" name="Google Shape;214;p2"/>
          <p:cNvSpPr txBox="1">
            <a:spLocks noGrp="1"/>
          </p:cNvSpPr>
          <p:nvPr>
            <p:ph type="body" idx="1"/>
          </p:nvPr>
        </p:nvSpPr>
        <p:spPr>
          <a:prstGeom prst="rect">
            <a:avLst/>
          </a:prstGeom>
          <a:noFill/>
          <a:ln>
            <a:noFill/>
          </a:ln>
        </p:spPr>
        <p:txBody>
          <a:bodyPr spcFirstLastPara="1" wrap="square" lIns="91425" tIns="45700" rIns="91425" bIns="45700" anchor="ctr" anchorCtr="0">
            <a:normAutofit/>
          </a:bodyPr>
          <a:lstStyle/>
          <a:p>
            <a:pPr marL="457200" lvl="0" indent="-457200">
              <a:spcBef>
                <a:spcPts val="0"/>
              </a:spcBef>
              <a:buSzPts val="2400"/>
              <a:buFont typeface="Calibri"/>
              <a:buAutoNum type="arabicPeriod"/>
            </a:pPr>
            <a:r>
              <a:rPr lang="es-ES"/>
              <a:t>Presentación del curso</a:t>
            </a:r>
          </a:p>
          <a:p>
            <a:pPr marL="457200" lvl="0" indent="-457200">
              <a:spcBef>
                <a:spcPts val="0"/>
              </a:spcBef>
              <a:buSzPts val="2400"/>
              <a:buFont typeface="Calibri"/>
              <a:buAutoNum type="arabicPeriod"/>
            </a:pPr>
            <a:r>
              <a:rPr lang="es-ES"/>
              <a:t>Metodología del curso</a:t>
            </a:r>
          </a:p>
          <a:p>
            <a:pPr marL="457200" lvl="0" indent="-457200">
              <a:spcBef>
                <a:spcPts val="0"/>
              </a:spcBef>
              <a:buSzPts val="2400"/>
              <a:buFont typeface="Calibri"/>
              <a:buAutoNum type="arabicPeriod"/>
            </a:pPr>
            <a:r>
              <a:rPr lang="es-ES"/>
              <a:t>Contenido detallado</a:t>
            </a:r>
          </a:p>
          <a:p>
            <a:pPr marL="457200" lvl="0" indent="-457200">
              <a:spcBef>
                <a:spcPts val="0"/>
              </a:spcBef>
              <a:buSzPts val="2400"/>
              <a:buFont typeface="Calibri"/>
              <a:buAutoNum type="arabicPeriod"/>
            </a:pPr>
            <a:r>
              <a:rPr lang="es-ES"/>
              <a:t>Evaluaciones</a:t>
            </a:r>
          </a:p>
          <a:p>
            <a:pPr marL="457200" lvl="0" indent="-457200">
              <a:spcBef>
                <a:spcPts val="0"/>
              </a:spcBef>
              <a:buSzPts val="2400"/>
              <a:buFont typeface="Calibri"/>
              <a:buAutoNum type="arabicPeriod"/>
            </a:pPr>
            <a:r>
              <a:rPr lang="es-ES" b="1" err="1"/>
              <a:t>Tips</a:t>
            </a:r>
            <a:endParaRPr lang="es-ES" b="1"/>
          </a:p>
        </p:txBody>
      </p:sp>
    </p:spTree>
    <p:extLst>
      <p:ext uri="{BB962C8B-B14F-4D97-AF65-F5344CB8AC3E}">
        <p14:creationId xmlns:p14="http://schemas.microsoft.com/office/powerpoint/2010/main" val="23156089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1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1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1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1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14">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arcador de número de diapositiva 3">
            <a:extLst>
              <a:ext uri="{FF2B5EF4-FFF2-40B4-BE49-F238E27FC236}">
                <a16:creationId xmlns:a16="http://schemas.microsoft.com/office/drawing/2014/main" id="{72DD3E28-B4A4-119A-2E4D-DF66A41BE917}"/>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s-CO" smtClean="0"/>
              <a:t>27</a:t>
            </a:fld>
            <a:endParaRPr lang="es-CO"/>
          </a:p>
        </p:txBody>
      </p:sp>
      <p:sp>
        <p:nvSpPr>
          <p:cNvPr id="7" name="Título 4">
            <a:extLst>
              <a:ext uri="{FF2B5EF4-FFF2-40B4-BE49-F238E27FC236}">
                <a16:creationId xmlns:a16="http://schemas.microsoft.com/office/drawing/2014/main" id="{00A23BFF-57DC-AD3D-9796-08E873E9E8F7}"/>
              </a:ext>
            </a:extLst>
          </p:cNvPr>
          <p:cNvSpPr>
            <a:spLocks noGrp="1"/>
          </p:cNvSpPr>
          <p:nvPr>
            <p:ph type="title"/>
          </p:nvPr>
        </p:nvSpPr>
        <p:spPr>
          <a:xfrm>
            <a:off x="2076994" y="222069"/>
            <a:ext cx="9666016" cy="657092"/>
          </a:xfrm>
        </p:spPr>
        <p:txBody>
          <a:bodyPr>
            <a:normAutofit fontScale="90000"/>
          </a:bodyPr>
          <a:lstStyle/>
          <a:p>
            <a:r>
              <a:rPr lang="es-CO"/>
              <a:t>Algunas opiniones del curso</a:t>
            </a:r>
          </a:p>
        </p:txBody>
      </p:sp>
      <p:graphicFrame>
        <p:nvGraphicFramePr>
          <p:cNvPr id="8" name="Gráfico 7">
            <a:extLst>
              <a:ext uri="{FF2B5EF4-FFF2-40B4-BE49-F238E27FC236}">
                <a16:creationId xmlns:a16="http://schemas.microsoft.com/office/drawing/2014/main" id="{BECF7D1C-2445-C0C9-D66C-08AFF1F4FDB9}"/>
              </a:ext>
            </a:extLst>
          </p:cNvPr>
          <p:cNvGraphicFramePr>
            <a:graphicFrameLocks/>
          </p:cNvGraphicFramePr>
          <p:nvPr>
            <p:extLst>
              <p:ext uri="{D42A27DB-BD31-4B8C-83A1-F6EECF244321}">
                <p14:modId xmlns:p14="http://schemas.microsoft.com/office/powerpoint/2010/main" val="514327491"/>
              </p:ext>
            </p:extLst>
          </p:nvPr>
        </p:nvGraphicFramePr>
        <p:xfrm>
          <a:off x="8211312" y="1016529"/>
          <a:ext cx="3305209" cy="2044759"/>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9" name="Gráfico 8">
            <a:extLst>
              <a:ext uri="{FF2B5EF4-FFF2-40B4-BE49-F238E27FC236}">
                <a16:creationId xmlns:a16="http://schemas.microsoft.com/office/drawing/2014/main" id="{41BCFB70-A313-E50F-6A57-6B1D00F7B4E6}"/>
              </a:ext>
            </a:extLst>
          </p:cNvPr>
          <p:cNvGraphicFramePr>
            <a:graphicFrameLocks/>
          </p:cNvGraphicFramePr>
          <p:nvPr>
            <p:extLst>
              <p:ext uri="{D42A27DB-BD31-4B8C-83A1-F6EECF244321}">
                <p14:modId xmlns:p14="http://schemas.microsoft.com/office/powerpoint/2010/main" val="2631795680"/>
              </p:ext>
            </p:extLst>
          </p:nvPr>
        </p:nvGraphicFramePr>
        <p:xfrm>
          <a:off x="8211311" y="3692682"/>
          <a:ext cx="3305209" cy="2044760"/>
        </p:xfrm>
        <a:graphic>
          <a:graphicData uri="http://schemas.openxmlformats.org/drawingml/2006/chart">
            <c:chart xmlns:c="http://schemas.openxmlformats.org/drawingml/2006/chart" xmlns:r="http://schemas.openxmlformats.org/officeDocument/2006/relationships" r:id="rId3"/>
          </a:graphicData>
        </a:graphic>
      </p:graphicFrame>
      <p:sp>
        <p:nvSpPr>
          <p:cNvPr id="10" name="Bocadillo: rectángulo 9">
            <a:extLst>
              <a:ext uri="{FF2B5EF4-FFF2-40B4-BE49-F238E27FC236}">
                <a16:creationId xmlns:a16="http://schemas.microsoft.com/office/drawing/2014/main" id="{4EFD67A6-F0CE-1FDD-0B96-D4352F4463BD}"/>
              </a:ext>
            </a:extLst>
          </p:cNvPr>
          <p:cNvSpPr/>
          <p:nvPr/>
        </p:nvSpPr>
        <p:spPr>
          <a:xfrm>
            <a:off x="1758695" y="1016529"/>
            <a:ext cx="2877311" cy="1203918"/>
          </a:xfrm>
          <a:prstGeom prst="wedgeRectCallout">
            <a:avLst>
              <a:gd name="adj1" fmla="val -14883"/>
              <a:gd name="adj2" fmla="val 69639"/>
            </a:avLst>
          </a:prstGeom>
        </p:spPr>
        <p:style>
          <a:lnRef idx="1">
            <a:schemeClr val="accent1"/>
          </a:lnRef>
          <a:fillRef idx="2">
            <a:schemeClr val="accent1"/>
          </a:fillRef>
          <a:effectRef idx="1">
            <a:schemeClr val="accent1"/>
          </a:effectRef>
          <a:fontRef idx="minor">
            <a:schemeClr val="dk1"/>
          </a:fontRef>
        </p:style>
        <p:txBody>
          <a:bodyPr rtlCol="0" anchor="ctr"/>
          <a:lstStyle/>
          <a:p>
            <a:r>
              <a:rPr lang="es-ES" sz="1200"/>
              <a:t>Que no solo nos enseñan cosas de nuestra carrera exclusivamente, sino que con este curso se puede mejorar capacidades que ya son básicas para el mundo en el que estamos hoy por hoy y nos pueden ayudar a fortalecer nuestras carreras</a:t>
            </a:r>
            <a:endParaRPr lang="es-CO" sz="1200"/>
          </a:p>
        </p:txBody>
      </p:sp>
      <p:sp>
        <p:nvSpPr>
          <p:cNvPr id="11" name="Bocadillo: rectángulo 10">
            <a:extLst>
              <a:ext uri="{FF2B5EF4-FFF2-40B4-BE49-F238E27FC236}">
                <a16:creationId xmlns:a16="http://schemas.microsoft.com/office/drawing/2014/main" id="{1C8E4CF3-C4B5-71FE-1C89-20E5639AE8FB}"/>
              </a:ext>
            </a:extLst>
          </p:cNvPr>
          <p:cNvSpPr/>
          <p:nvPr/>
        </p:nvSpPr>
        <p:spPr>
          <a:xfrm>
            <a:off x="4821937" y="1016529"/>
            <a:ext cx="2962655" cy="657092"/>
          </a:xfrm>
          <a:prstGeom prst="wedgeRectCallout">
            <a:avLst>
              <a:gd name="adj1" fmla="val -34269"/>
              <a:gd name="adj2" fmla="val 70399"/>
            </a:avLst>
          </a:prstGeom>
        </p:spPr>
        <p:style>
          <a:lnRef idx="1">
            <a:schemeClr val="accent1"/>
          </a:lnRef>
          <a:fillRef idx="2">
            <a:schemeClr val="accent1"/>
          </a:fillRef>
          <a:effectRef idx="1">
            <a:schemeClr val="accent1"/>
          </a:effectRef>
          <a:fontRef idx="minor">
            <a:schemeClr val="dk1"/>
          </a:fontRef>
        </p:style>
        <p:txBody>
          <a:bodyPr rtlCol="0" anchor="ctr"/>
          <a:lstStyle/>
          <a:p>
            <a:r>
              <a:rPr lang="es-ES" sz="1200"/>
              <a:t>Aprendí mucho, fue muy práctico, las clases se dictaban de manera que los temas fueran comprendidos. Me pareció divertido.</a:t>
            </a:r>
            <a:endParaRPr lang="es-CO" sz="1200"/>
          </a:p>
        </p:txBody>
      </p:sp>
      <p:sp>
        <p:nvSpPr>
          <p:cNvPr id="12" name="Bocadillo: rectángulo 11">
            <a:extLst>
              <a:ext uri="{FF2B5EF4-FFF2-40B4-BE49-F238E27FC236}">
                <a16:creationId xmlns:a16="http://schemas.microsoft.com/office/drawing/2014/main" id="{B7080B71-5B09-81D5-F40F-95076520148F}"/>
              </a:ext>
            </a:extLst>
          </p:cNvPr>
          <p:cNvSpPr/>
          <p:nvPr/>
        </p:nvSpPr>
        <p:spPr>
          <a:xfrm>
            <a:off x="1758697" y="2677102"/>
            <a:ext cx="2877311" cy="484590"/>
          </a:xfrm>
          <a:prstGeom prst="wedgeRectCallout">
            <a:avLst>
              <a:gd name="adj1" fmla="val -34269"/>
              <a:gd name="adj2" fmla="val 70399"/>
            </a:avLst>
          </a:prstGeom>
        </p:spPr>
        <p:style>
          <a:lnRef idx="1">
            <a:schemeClr val="accent1"/>
          </a:lnRef>
          <a:fillRef idx="2">
            <a:schemeClr val="accent1"/>
          </a:fillRef>
          <a:effectRef idx="1">
            <a:schemeClr val="accent1"/>
          </a:effectRef>
          <a:fontRef idx="minor">
            <a:schemeClr val="dk1"/>
          </a:fontRef>
        </p:style>
        <p:txBody>
          <a:bodyPr rtlCol="0" anchor="ctr"/>
          <a:lstStyle/>
          <a:p>
            <a:r>
              <a:rPr lang="es-ES" sz="1200"/>
              <a:t>aprendí sobre programación sin tener conocimientos anteriores</a:t>
            </a:r>
            <a:endParaRPr lang="es-CO" sz="1200"/>
          </a:p>
        </p:txBody>
      </p:sp>
      <p:sp>
        <p:nvSpPr>
          <p:cNvPr id="13" name="Bocadillo: rectángulo 12">
            <a:extLst>
              <a:ext uri="{FF2B5EF4-FFF2-40B4-BE49-F238E27FC236}">
                <a16:creationId xmlns:a16="http://schemas.microsoft.com/office/drawing/2014/main" id="{4BA7A977-7055-7502-28D1-66D59C810B3A}"/>
              </a:ext>
            </a:extLst>
          </p:cNvPr>
          <p:cNvSpPr/>
          <p:nvPr/>
        </p:nvSpPr>
        <p:spPr>
          <a:xfrm>
            <a:off x="4846321" y="3692682"/>
            <a:ext cx="2877311" cy="380547"/>
          </a:xfrm>
          <a:prstGeom prst="wedgeRectCallout">
            <a:avLst>
              <a:gd name="adj1" fmla="val -33316"/>
              <a:gd name="adj2" fmla="val 94428"/>
            </a:avLst>
          </a:prstGeom>
        </p:spPr>
        <p:style>
          <a:lnRef idx="1">
            <a:schemeClr val="accent1"/>
          </a:lnRef>
          <a:fillRef idx="2">
            <a:schemeClr val="accent1"/>
          </a:fillRef>
          <a:effectRef idx="1">
            <a:schemeClr val="accent1"/>
          </a:effectRef>
          <a:fontRef idx="minor">
            <a:schemeClr val="dk1"/>
          </a:fontRef>
        </p:style>
        <p:txBody>
          <a:bodyPr rtlCol="0" anchor="ctr"/>
          <a:lstStyle/>
          <a:p>
            <a:r>
              <a:rPr lang="es-ES" sz="1200"/>
              <a:t>Aprendí algo que va a ser muy útil para la vida y el futuro</a:t>
            </a:r>
            <a:endParaRPr lang="es-CO" sz="1200"/>
          </a:p>
        </p:txBody>
      </p:sp>
      <p:sp>
        <p:nvSpPr>
          <p:cNvPr id="15" name="Bocadillo: rectángulo 14">
            <a:extLst>
              <a:ext uri="{FF2B5EF4-FFF2-40B4-BE49-F238E27FC236}">
                <a16:creationId xmlns:a16="http://schemas.microsoft.com/office/drawing/2014/main" id="{7FBA77F6-FE16-E62E-C12A-A2C8ADF97FCE}"/>
              </a:ext>
            </a:extLst>
          </p:cNvPr>
          <p:cNvSpPr/>
          <p:nvPr/>
        </p:nvSpPr>
        <p:spPr>
          <a:xfrm>
            <a:off x="4846321" y="1961401"/>
            <a:ext cx="2877311" cy="1203918"/>
          </a:xfrm>
          <a:prstGeom prst="wedgeRectCallout">
            <a:avLst>
              <a:gd name="adj1" fmla="val -13612"/>
              <a:gd name="adj2" fmla="val 71918"/>
            </a:avLst>
          </a:prstGeom>
        </p:spPr>
        <p:style>
          <a:lnRef idx="1">
            <a:schemeClr val="accent1"/>
          </a:lnRef>
          <a:fillRef idx="2">
            <a:schemeClr val="accent1"/>
          </a:fillRef>
          <a:effectRef idx="1">
            <a:schemeClr val="accent1"/>
          </a:effectRef>
          <a:fontRef idx="minor">
            <a:schemeClr val="dk1"/>
          </a:fontRef>
        </p:style>
        <p:txBody>
          <a:bodyPr rtlCol="0" anchor="ctr"/>
          <a:lstStyle/>
          <a:p>
            <a:r>
              <a:rPr lang="es-ES" sz="1200"/>
              <a:t>Que siempre fue muy dinámico, nunca pensé que podría programar, pero gracias al curso, y al profesor que me fue asignado, logre aprender y fue muy satisfactorio haber podido realizar cosas que eran inimaginables para mi.</a:t>
            </a:r>
            <a:endParaRPr lang="es-CO" sz="1200"/>
          </a:p>
        </p:txBody>
      </p:sp>
      <p:sp>
        <p:nvSpPr>
          <p:cNvPr id="16" name="Bocadillo: rectángulo 15">
            <a:extLst>
              <a:ext uri="{FF2B5EF4-FFF2-40B4-BE49-F238E27FC236}">
                <a16:creationId xmlns:a16="http://schemas.microsoft.com/office/drawing/2014/main" id="{46BF1075-BE49-E1CB-F356-D5A6D1686E7B}"/>
              </a:ext>
            </a:extLst>
          </p:cNvPr>
          <p:cNvSpPr/>
          <p:nvPr/>
        </p:nvSpPr>
        <p:spPr>
          <a:xfrm>
            <a:off x="1758697" y="3692682"/>
            <a:ext cx="2877311" cy="970758"/>
          </a:xfrm>
          <a:prstGeom prst="wedgeRectCallout">
            <a:avLst>
              <a:gd name="adj1" fmla="val -4714"/>
              <a:gd name="adj2" fmla="val 77473"/>
            </a:avLst>
          </a:prstGeom>
        </p:spPr>
        <p:style>
          <a:lnRef idx="1">
            <a:schemeClr val="accent1"/>
          </a:lnRef>
          <a:fillRef idx="2">
            <a:schemeClr val="accent1"/>
          </a:fillRef>
          <a:effectRef idx="1">
            <a:schemeClr val="accent1"/>
          </a:effectRef>
          <a:fontRef idx="minor">
            <a:schemeClr val="dk1"/>
          </a:fontRef>
        </p:style>
        <p:txBody>
          <a:bodyPr rtlCol="0" anchor="ctr"/>
          <a:lstStyle/>
          <a:p>
            <a:r>
              <a:rPr lang="es-ES" sz="1200"/>
              <a:t>pude aprender muchísimas cosas sobre programación que yo pensaba que eran difíciles y aburridas, pero me terminó gustando mucho aprender sobre esto y espero poder ponerlo en práctica :)</a:t>
            </a:r>
            <a:endParaRPr lang="es-CO" sz="1200"/>
          </a:p>
        </p:txBody>
      </p:sp>
      <p:sp>
        <p:nvSpPr>
          <p:cNvPr id="17" name="Bocadillo: rectángulo 16">
            <a:extLst>
              <a:ext uri="{FF2B5EF4-FFF2-40B4-BE49-F238E27FC236}">
                <a16:creationId xmlns:a16="http://schemas.microsoft.com/office/drawing/2014/main" id="{948B8FFB-ABB8-FB5B-D835-49EA14203990}"/>
              </a:ext>
            </a:extLst>
          </p:cNvPr>
          <p:cNvSpPr/>
          <p:nvPr/>
        </p:nvSpPr>
        <p:spPr>
          <a:xfrm>
            <a:off x="1758694" y="5039347"/>
            <a:ext cx="2877311" cy="380547"/>
          </a:xfrm>
          <a:prstGeom prst="wedgeRectCallout">
            <a:avLst>
              <a:gd name="adj1" fmla="val -33316"/>
              <a:gd name="adj2" fmla="val 94428"/>
            </a:avLst>
          </a:prstGeom>
        </p:spPr>
        <p:style>
          <a:lnRef idx="1">
            <a:schemeClr val="accent1"/>
          </a:lnRef>
          <a:fillRef idx="2">
            <a:schemeClr val="accent1"/>
          </a:fillRef>
          <a:effectRef idx="1">
            <a:schemeClr val="accent1"/>
          </a:effectRef>
          <a:fontRef idx="minor">
            <a:schemeClr val="dk1"/>
          </a:fontRef>
        </p:style>
        <p:txBody>
          <a:bodyPr rtlCol="0" anchor="ctr"/>
          <a:lstStyle/>
          <a:p>
            <a:r>
              <a:rPr lang="es-ES" sz="1200"/>
              <a:t>Fue entretenido, en especial la parte práctica</a:t>
            </a:r>
            <a:endParaRPr lang="es-CO" sz="1200"/>
          </a:p>
        </p:txBody>
      </p:sp>
      <p:sp>
        <p:nvSpPr>
          <p:cNvPr id="18" name="Bocadillo: rectángulo 17">
            <a:extLst>
              <a:ext uri="{FF2B5EF4-FFF2-40B4-BE49-F238E27FC236}">
                <a16:creationId xmlns:a16="http://schemas.microsoft.com/office/drawing/2014/main" id="{65105E3B-6901-AE81-8DC2-06EC61BCD284}"/>
              </a:ext>
            </a:extLst>
          </p:cNvPr>
          <p:cNvSpPr/>
          <p:nvPr/>
        </p:nvSpPr>
        <p:spPr>
          <a:xfrm>
            <a:off x="4821937" y="4409415"/>
            <a:ext cx="2877311" cy="1259865"/>
          </a:xfrm>
          <a:prstGeom prst="wedgeRectCallout">
            <a:avLst>
              <a:gd name="adj1" fmla="val -5350"/>
              <a:gd name="adj2" fmla="val 69751"/>
            </a:avLst>
          </a:prstGeom>
        </p:spPr>
        <p:style>
          <a:lnRef idx="1">
            <a:schemeClr val="accent1"/>
          </a:lnRef>
          <a:fillRef idx="2">
            <a:schemeClr val="accent1"/>
          </a:fillRef>
          <a:effectRef idx="1">
            <a:schemeClr val="accent1"/>
          </a:effectRef>
          <a:fontRef idx="minor">
            <a:schemeClr val="dk1"/>
          </a:fontRef>
        </p:style>
        <p:txBody>
          <a:bodyPr rtlCol="0" anchor="ctr"/>
          <a:lstStyle/>
          <a:p>
            <a:r>
              <a:rPr lang="es-ES" sz="1200"/>
              <a:t>Me encantó esta materia. Fue algo completamente nuevo para mi, nuestro profesor de clase fue excelente, tenía esa pasión por enseñar y quería dar lo mejor de si para que pudiéramos entender y hacer de esa materia algo sencillo y que pudiéramos hacer sin enredarnos</a:t>
            </a:r>
            <a:endParaRPr lang="es-CO" sz="1200"/>
          </a:p>
        </p:txBody>
      </p:sp>
      <p:sp>
        <p:nvSpPr>
          <p:cNvPr id="19" name="Bocadillo: rectángulo 18">
            <a:extLst>
              <a:ext uri="{FF2B5EF4-FFF2-40B4-BE49-F238E27FC236}">
                <a16:creationId xmlns:a16="http://schemas.microsoft.com/office/drawing/2014/main" id="{076BBAFE-594E-2ABB-9598-CBC5228C9E35}"/>
              </a:ext>
            </a:extLst>
          </p:cNvPr>
          <p:cNvSpPr/>
          <p:nvPr/>
        </p:nvSpPr>
        <p:spPr>
          <a:xfrm>
            <a:off x="1758693" y="5825478"/>
            <a:ext cx="2877311" cy="380547"/>
          </a:xfrm>
          <a:prstGeom prst="wedgeRectCallout">
            <a:avLst>
              <a:gd name="adj1" fmla="val -33316"/>
              <a:gd name="adj2" fmla="val 94428"/>
            </a:avLst>
          </a:prstGeom>
        </p:spPr>
        <p:style>
          <a:lnRef idx="1">
            <a:schemeClr val="accent1"/>
          </a:lnRef>
          <a:fillRef idx="2">
            <a:schemeClr val="accent1"/>
          </a:fillRef>
          <a:effectRef idx="1">
            <a:schemeClr val="accent1"/>
          </a:effectRef>
          <a:fontRef idx="minor">
            <a:schemeClr val="dk1"/>
          </a:fontRef>
        </p:style>
        <p:txBody>
          <a:bodyPr rtlCol="0" anchor="ctr"/>
          <a:lstStyle/>
          <a:p>
            <a:r>
              <a:rPr lang="es-ES" sz="1200"/>
              <a:t>Aprendí cosas que nunca me imaginé que iba a aprender</a:t>
            </a:r>
            <a:endParaRPr lang="es-CO" sz="1200"/>
          </a:p>
        </p:txBody>
      </p:sp>
    </p:spTree>
    <p:extLst>
      <p:ext uri="{BB962C8B-B14F-4D97-AF65-F5344CB8AC3E}">
        <p14:creationId xmlns:p14="http://schemas.microsoft.com/office/powerpoint/2010/main" val="85593669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C953EED-CC4B-8C1D-737C-201835ECF6FC}"/>
              </a:ext>
            </a:extLst>
          </p:cNvPr>
          <p:cNvSpPr>
            <a:spLocks noGrp="1"/>
          </p:cNvSpPr>
          <p:nvPr>
            <p:ph type="title"/>
          </p:nvPr>
        </p:nvSpPr>
        <p:spPr/>
        <p:txBody>
          <a:bodyPr>
            <a:noAutofit/>
          </a:bodyPr>
          <a:lstStyle/>
          <a:p>
            <a:r>
              <a:rPr lang="es-CO" sz="3200"/>
              <a:t>¿Qué le recomienda a un estudiante qué ve el curso por primera vez? – Encuesta a estudiantes </a:t>
            </a:r>
          </a:p>
        </p:txBody>
      </p:sp>
      <p:sp>
        <p:nvSpPr>
          <p:cNvPr id="3" name="Marcador de texto 2">
            <a:extLst>
              <a:ext uri="{FF2B5EF4-FFF2-40B4-BE49-F238E27FC236}">
                <a16:creationId xmlns:a16="http://schemas.microsoft.com/office/drawing/2014/main" id="{9993C355-0DF4-3EAC-77C3-D8D02BB4DE76}"/>
              </a:ext>
            </a:extLst>
          </p:cNvPr>
          <p:cNvSpPr>
            <a:spLocks noGrp="1"/>
          </p:cNvSpPr>
          <p:nvPr>
            <p:ph type="body" idx="1"/>
          </p:nvPr>
        </p:nvSpPr>
        <p:spPr>
          <a:xfrm>
            <a:off x="2076994" y="1358956"/>
            <a:ext cx="6604891" cy="5296455"/>
          </a:xfrm>
        </p:spPr>
        <p:txBody>
          <a:bodyPr>
            <a:noAutofit/>
          </a:bodyPr>
          <a:lstStyle/>
          <a:p>
            <a:pPr algn="just">
              <a:buSzPct val="100000"/>
            </a:pPr>
            <a:r>
              <a:rPr lang="es-ES" sz="2000"/>
              <a:t>Que </a:t>
            </a:r>
            <a:r>
              <a:rPr lang="es-ES" sz="2000" b="1"/>
              <a:t>venga a todas las clases</a:t>
            </a:r>
            <a:r>
              <a:rPr lang="es-ES" sz="2000"/>
              <a:t>, porque si se pierde alguna lo más probable es que le pierda continuación a la materia.</a:t>
            </a:r>
          </a:p>
          <a:p>
            <a:pPr algn="just">
              <a:buSzPct val="100000"/>
            </a:pPr>
            <a:r>
              <a:rPr lang="es-ES" sz="2000"/>
              <a:t>Que </a:t>
            </a:r>
            <a:r>
              <a:rPr lang="es-ES" sz="2000" b="1"/>
              <a:t>preste atención </a:t>
            </a:r>
            <a:r>
              <a:rPr lang="es-ES" sz="2000"/>
              <a:t>a las explicaciones de clase y con eso será suficiente.</a:t>
            </a:r>
          </a:p>
          <a:p>
            <a:pPr algn="just">
              <a:buSzPct val="100000"/>
            </a:pPr>
            <a:r>
              <a:rPr lang="es-ES" sz="2000"/>
              <a:t>Hacer todos los </a:t>
            </a:r>
            <a:r>
              <a:rPr lang="es-ES" sz="2000" b="1"/>
              <a:t>talleres a conciencia</a:t>
            </a:r>
            <a:r>
              <a:rPr lang="es-ES" sz="2000"/>
              <a:t>.</a:t>
            </a:r>
          </a:p>
          <a:p>
            <a:pPr algn="just">
              <a:buSzPct val="100000"/>
            </a:pPr>
            <a:r>
              <a:rPr lang="es-ES" sz="2000" b="1"/>
              <a:t>Nunca faltar a ninguna clase</a:t>
            </a:r>
            <a:r>
              <a:rPr lang="es-ES" sz="2000"/>
              <a:t>, ninguna y que debe practicar mucho.</a:t>
            </a:r>
          </a:p>
          <a:p>
            <a:pPr algn="just">
              <a:buSzPct val="100000"/>
            </a:pPr>
            <a:r>
              <a:rPr lang="es-ES" sz="2000" b="1"/>
              <a:t>Que no pierda el hilo de la clase</a:t>
            </a:r>
            <a:r>
              <a:rPr lang="es-ES" sz="2000"/>
              <a:t>, ya que si se pierde un tema se pierde en los otros y que es algo súper divertido e interesante.</a:t>
            </a:r>
          </a:p>
          <a:p>
            <a:pPr algn="just">
              <a:buSzPct val="100000"/>
            </a:pPr>
            <a:r>
              <a:rPr lang="es-ES" sz="2000"/>
              <a:t>Que </a:t>
            </a:r>
            <a:r>
              <a:rPr lang="es-ES" sz="2000" b="1"/>
              <a:t>preste atención </a:t>
            </a:r>
            <a:r>
              <a:rPr lang="es-ES" sz="2000"/>
              <a:t>en las clases que así se le hace mucho más fácil, yo tampoco sabía nada de programación y así aprendí.</a:t>
            </a:r>
          </a:p>
          <a:p>
            <a:pPr algn="just">
              <a:buSzPct val="100000"/>
            </a:pPr>
            <a:r>
              <a:rPr lang="es-ES" sz="2000"/>
              <a:t>Asistir a todas las clases y </a:t>
            </a:r>
            <a:r>
              <a:rPr lang="es-ES" sz="2000" b="1"/>
              <a:t>pedir monitorias</a:t>
            </a:r>
            <a:r>
              <a:rPr lang="es-ES" sz="2000"/>
              <a:t>.</a:t>
            </a:r>
          </a:p>
          <a:p>
            <a:pPr algn="just"/>
            <a:endParaRPr lang="es-CO" sz="1800"/>
          </a:p>
        </p:txBody>
      </p:sp>
      <p:sp>
        <p:nvSpPr>
          <p:cNvPr id="4" name="Marcador de número de diapositiva 3">
            <a:extLst>
              <a:ext uri="{FF2B5EF4-FFF2-40B4-BE49-F238E27FC236}">
                <a16:creationId xmlns:a16="http://schemas.microsoft.com/office/drawing/2014/main" id="{9AD6DDA7-2E6B-D286-2CAC-4A5665149C7A}"/>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s-CO" smtClean="0"/>
              <a:t>28</a:t>
            </a:fld>
            <a:endParaRPr lang="es-CO"/>
          </a:p>
        </p:txBody>
      </p:sp>
      <p:sp>
        <p:nvSpPr>
          <p:cNvPr id="6" name="Google Shape;462;p21">
            <a:extLst>
              <a:ext uri="{FF2B5EF4-FFF2-40B4-BE49-F238E27FC236}">
                <a16:creationId xmlns:a16="http://schemas.microsoft.com/office/drawing/2014/main" id="{BB5C92F6-9EA9-BBEE-4073-B07C06BF7563}"/>
              </a:ext>
            </a:extLst>
          </p:cNvPr>
          <p:cNvSpPr/>
          <p:nvPr/>
        </p:nvSpPr>
        <p:spPr>
          <a:xfrm>
            <a:off x="8976852" y="1517235"/>
            <a:ext cx="2737374" cy="1911765"/>
          </a:xfrm>
          <a:prstGeom prst="rect">
            <a:avLst/>
          </a:prstGeom>
          <a:gradFill>
            <a:gsLst>
              <a:gs pos="0">
                <a:srgbClr val="D95D91"/>
              </a:gs>
              <a:gs pos="100000">
                <a:srgbClr val="C33776"/>
              </a:gs>
            </a:gsLst>
            <a:path path="circle">
              <a:fillToRect t="100000" r="100000"/>
            </a:path>
            <a:tileRect l="-100000" b="-100000"/>
          </a:gradFill>
          <a:ln>
            <a:noFill/>
          </a:ln>
          <a:effectLst>
            <a:outerShdw blurRad="38100" dist="25400" dir="5400000" rotWithShape="0">
              <a:srgbClr val="000000">
                <a:alpha val="63921"/>
              </a:srgbClr>
            </a:outerShdw>
          </a:effectLst>
        </p:spPr>
        <p:txBody>
          <a:bodyPr spcFirstLastPara="1" wrap="square" lIns="91425" tIns="45700" rIns="91425" bIns="45700" anchor="ctr" anchorCtr="0">
            <a:noAutofit/>
          </a:bodyPr>
          <a:lstStyle/>
          <a:p>
            <a:pPr algn="ctr"/>
            <a:r>
              <a:rPr lang="es-ES" b="1">
                <a:solidFill>
                  <a:schemeClr val="bg1"/>
                </a:solidFill>
                <a:cs typeface="Calibri"/>
                <a:sym typeface="Calibri"/>
              </a:rPr>
              <a:t>En encuestas realizadas a los estudiantes. La recomendación general de los estudiantes fue: “prestar atención a las clases”</a:t>
            </a:r>
            <a:endParaRPr lang="es-ES" b="1">
              <a:solidFill>
                <a:schemeClr val="bg1"/>
              </a:solidFill>
              <a:cs typeface="Calibri"/>
              <a:sym typeface="Arial"/>
            </a:endParaRPr>
          </a:p>
        </p:txBody>
      </p:sp>
    </p:spTree>
    <p:extLst>
      <p:ext uri="{BB962C8B-B14F-4D97-AF65-F5344CB8AC3E}">
        <p14:creationId xmlns:p14="http://schemas.microsoft.com/office/powerpoint/2010/main" val="28977198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571"/>
        <p:cNvGrpSpPr/>
        <p:nvPr/>
      </p:nvGrpSpPr>
      <p:grpSpPr>
        <a:xfrm>
          <a:off x="0" y="0"/>
          <a:ext cx="0" cy="0"/>
          <a:chOff x="0" y="0"/>
          <a:chExt cx="0" cy="0"/>
        </a:xfrm>
      </p:grpSpPr>
      <p:sp>
        <p:nvSpPr>
          <p:cNvPr id="572" name="Google Shape;572;p29"/>
          <p:cNvSpPr txBox="1">
            <a:spLocks noGrp="1"/>
          </p:cNvSpPr>
          <p:nvPr>
            <p:ph type="title"/>
          </p:nvPr>
        </p:nvSpPr>
        <p:spPr>
          <a:xfrm>
            <a:off x="1397374" y="274320"/>
            <a:ext cx="9666016" cy="1018902"/>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4400"/>
              <a:buFont typeface="Calibri"/>
              <a:buNone/>
            </a:pPr>
            <a:r>
              <a:rPr lang="es-CO"/>
              <a:t>Referencias</a:t>
            </a:r>
            <a:endParaRPr/>
          </a:p>
        </p:txBody>
      </p:sp>
      <p:sp>
        <p:nvSpPr>
          <p:cNvPr id="573" name="Google Shape;573;p29"/>
          <p:cNvSpPr txBox="1">
            <a:spLocks noGrp="1"/>
          </p:cNvSpPr>
          <p:nvPr>
            <p:ph type="body" idx="1"/>
          </p:nvPr>
        </p:nvSpPr>
        <p:spPr>
          <a:xfrm>
            <a:off x="717755" y="2057401"/>
            <a:ext cx="11025255" cy="4016828"/>
          </a:xfrm>
          <a:prstGeom prst="rect">
            <a:avLst/>
          </a:prstGeom>
          <a:noFill/>
          <a:ln>
            <a:noFill/>
          </a:ln>
        </p:spPr>
        <p:txBody>
          <a:bodyPr spcFirstLastPara="1" wrap="square" lIns="91425" tIns="45700" rIns="91425" bIns="45700" anchor="t" anchorCtr="0">
            <a:normAutofit/>
          </a:bodyPr>
          <a:lstStyle/>
          <a:p>
            <a:pPr marL="285750" lvl="0" indent="-158750" algn="just" rtl="0">
              <a:lnSpc>
                <a:spcPct val="100000"/>
              </a:lnSpc>
              <a:spcBef>
                <a:spcPts val="0"/>
              </a:spcBef>
              <a:spcAft>
                <a:spcPts val="0"/>
              </a:spcAft>
              <a:buSzPts val="2000"/>
              <a:buNone/>
            </a:pPr>
            <a:endParaRPr sz="2000"/>
          </a:p>
          <a:p>
            <a:pPr marL="285750" lvl="0" indent="-285750" algn="just" rtl="0">
              <a:lnSpc>
                <a:spcPct val="100000"/>
              </a:lnSpc>
              <a:spcBef>
                <a:spcPts val="0"/>
              </a:spcBef>
              <a:spcAft>
                <a:spcPts val="0"/>
              </a:spcAft>
              <a:buSzPts val="2000"/>
              <a:buChar char="•"/>
            </a:pPr>
            <a:r>
              <a:rPr lang="es-CO" sz="2000" err="1"/>
              <a:t>Beecher</a:t>
            </a:r>
            <a:r>
              <a:rPr lang="es-CO" sz="2000"/>
              <a:t>, K. (2017). COMPUTATIONAL THINKING A </a:t>
            </a:r>
            <a:r>
              <a:rPr lang="es-CO" sz="2000" err="1"/>
              <a:t>beginner’s</a:t>
            </a:r>
            <a:r>
              <a:rPr lang="es-CO" sz="2000"/>
              <a:t> guide to </a:t>
            </a:r>
            <a:r>
              <a:rPr lang="es-CO" sz="2000" err="1"/>
              <a:t>problem</a:t>
            </a:r>
            <a:r>
              <a:rPr lang="es-CO" sz="2000"/>
              <a:t> </a:t>
            </a:r>
            <a:r>
              <a:rPr lang="es-CO" sz="2000" err="1"/>
              <a:t>solving</a:t>
            </a:r>
            <a:r>
              <a:rPr lang="es-CO" sz="2000"/>
              <a:t> and </a:t>
            </a:r>
            <a:r>
              <a:rPr lang="es-CO" sz="2000" err="1"/>
              <a:t>programming</a:t>
            </a:r>
            <a:r>
              <a:rPr lang="es-CO" sz="2000"/>
              <a:t>. </a:t>
            </a:r>
          </a:p>
          <a:p>
            <a:pPr marL="285750" indent="-285750" algn="just">
              <a:spcBef>
                <a:spcPts val="0"/>
              </a:spcBef>
              <a:buSzPts val="2000"/>
            </a:pPr>
            <a:r>
              <a:rPr lang="es-CO" sz="2000"/>
              <a:t>Correa, D., &amp; Vallejo, P. (2023). </a:t>
            </a:r>
            <a:r>
              <a:rPr lang="es-ES" sz="2000"/>
              <a:t>Python Para Principiantes: Aprender a programar con Python de manera práctica y paso a paso.</a:t>
            </a:r>
          </a:p>
          <a:p>
            <a:pPr marL="285750" indent="-285750" algn="just">
              <a:spcBef>
                <a:spcPts val="0"/>
              </a:spcBef>
              <a:buSzPts val="2000"/>
            </a:pPr>
            <a:r>
              <a:rPr lang="es-CO" sz="2000" err="1"/>
              <a:t>Sweigart</a:t>
            </a:r>
            <a:r>
              <a:rPr lang="es-CO" sz="2000"/>
              <a:t>, A. (2019). </a:t>
            </a:r>
            <a:r>
              <a:rPr lang="es-CO" sz="2000" err="1"/>
              <a:t>Automate</a:t>
            </a:r>
            <a:r>
              <a:rPr lang="es-CO" sz="2000"/>
              <a:t> </a:t>
            </a:r>
            <a:r>
              <a:rPr lang="es-CO" sz="2000" err="1"/>
              <a:t>the</a:t>
            </a:r>
            <a:r>
              <a:rPr lang="es-CO" sz="2000"/>
              <a:t> </a:t>
            </a:r>
            <a:r>
              <a:rPr lang="es-CO" sz="2000" err="1"/>
              <a:t>boring</a:t>
            </a:r>
            <a:r>
              <a:rPr lang="es-CO" sz="2000"/>
              <a:t> </a:t>
            </a:r>
            <a:r>
              <a:rPr lang="es-CO" sz="2000" err="1"/>
              <a:t>stuff</a:t>
            </a:r>
            <a:r>
              <a:rPr lang="es-CO" sz="2000"/>
              <a:t> </a:t>
            </a:r>
            <a:r>
              <a:rPr lang="es-CO" sz="2000" err="1"/>
              <a:t>with</a:t>
            </a:r>
            <a:r>
              <a:rPr lang="es-CO" sz="2000"/>
              <a:t> Python: </a:t>
            </a:r>
            <a:r>
              <a:rPr lang="es-CO" sz="2000" err="1"/>
              <a:t>practical</a:t>
            </a:r>
            <a:r>
              <a:rPr lang="es-CO" sz="2000"/>
              <a:t> </a:t>
            </a:r>
            <a:r>
              <a:rPr lang="es-CO" sz="2000" err="1"/>
              <a:t>programming</a:t>
            </a:r>
            <a:r>
              <a:rPr lang="es-CO" sz="2000"/>
              <a:t> </a:t>
            </a:r>
            <a:r>
              <a:rPr lang="es-CO" sz="2000" err="1"/>
              <a:t>for</a:t>
            </a:r>
            <a:r>
              <a:rPr lang="es-CO" sz="2000"/>
              <a:t> total </a:t>
            </a:r>
            <a:r>
              <a:rPr lang="es-CO" sz="2000" err="1"/>
              <a:t>beginners</a:t>
            </a:r>
            <a:r>
              <a:rPr lang="es-CO" sz="2000"/>
              <a:t>. No </a:t>
            </a:r>
            <a:r>
              <a:rPr lang="es-CO" sz="2000" err="1"/>
              <a:t>Starch</a:t>
            </a:r>
            <a:r>
              <a:rPr lang="es-CO" sz="2000"/>
              <a:t> </a:t>
            </a:r>
            <a:r>
              <a:rPr lang="es-CO" sz="2000" err="1"/>
              <a:t>Press</a:t>
            </a:r>
            <a:r>
              <a:rPr lang="es-CO" sz="2000"/>
              <a:t>.</a:t>
            </a:r>
          </a:p>
          <a:p>
            <a:pPr marL="285750" indent="-285750" algn="just">
              <a:spcBef>
                <a:spcPts val="0"/>
              </a:spcBef>
              <a:buSzPts val="2000"/>
            </a:pPr>
            <a:r>
              <a:rPr lang="es-CO" sz="2000"/>
              <a:t>Theobald, O. (2021). Python </a:t>
            </a:r>
            <a:r>
              <a:rPr lang="es-CO" sz="2000" err="1"/>
              <a:t>For</a:t>
            </a:r>
            <a:r>
              <a:rPr lang="es-CO" sz="2000"/>
              <a:t> </a:t>
            </a:r>
            <a:r>
              <a:rPr lang="es-CO" sz="2000" err="1"/>
              <a:t>Absolute</a:t>
            </a:r>
            <a:r>
              <a:rPr lang="es-CO" sz="2000"/>
              <a:t> </a:t>
            </a:r>
            <a:r>
              <a:rPr lang="es-CO" sz="2000" err="1"/>
              <a:t>Beginners</a:t>
            </a:r>
            <a:r>
              <a:rPr lang="es-CO" sz="2000"/>
              <a:t>: </a:t>
            </a:r>
            <a:r>
              <a:rPr lang="es-CO" sz="2000" err="1"/>
              <a:t>Rocket</a:t>
            </a:r>
            <a:r>
              <a:rPr lang="es-CO" sz="2000"/>
              <a:t> </a:t>
            </a:r>
            <a:r>
              <a:rPr lang="es-CO" sz="2000" err="1"/>
              <a:t>through</a:t>
            </a:r>
            <a:r>
              <a:rPr lang="es-CO" sz="2000"/>
              <a:t> </a:t>
            </a:r>
            <a:r>
              <a:rPr lang="es-CO" sz="2000" err="1"/>
              <a:t>the</a:t>
            </a:r>
            <a:r>
              <a:rPr lang="es-CO" sz="2000"/>
              <a:t> </a:t>
            </a:r>
            <a:r>
              <a:rPr lang="es-CO" sz="2000" err="1"/>
              <a:t>basics</a:t>
            </a:r>
            <a:r>
              <a:rPr lang="es-CO" sz="2000"/>
              <a:t> in </a:t>
            </a:r>
            <a:r>
              <a:rPr lang="es-CO" sz="2000" err="1"/>
              <a:t>an</a:t>
            </a:r>
            <a:r>
              <a:rPr lang="es-CO" sz="2000"/>
              <a:t> </a:t>
            </a:r>
            <a:r>
              <a:rPr lang="es-CO" sz="2000" err="1"/>
              <a:t>afternoon</a:t>
            </a:r>
            <a:r>
              <a:rPr lang="es-CO" sz="2000"/>
              <a:t>. </a:t>
            </a:r>
            <a:r>
              <a:rPr lang="es-CO" sz="2000" err="1"/>
              <a:t>Independently</a:t>
            </a:r>
            <a:r>
              <a:rPr lang="es-CO" sz="2000"/>
              <a:t> </a:t>
            </a:r>
            <a:r>
              <a:rPr lang="es-CO" sz="2000" err="1"/>
              <a:t>published</a:t>
            </a:r>
            <a:r>
              <a:rPr lang="es-CO" sz="2000"/>
              <a:t>.</a:t>
            </a:r>
            <a:endParaRPr sz="2000"/>
          </a:p>
        </p:txBody>
      </p:sp>
      <p:sp>
        <p:nvSpPr>
          <p:cNvPr id="2" name="Marcador de texto 1"/>
          <p:cNvSpPr>
            <a:spLocks noGrp="1"/>
          </p:cNvSpPr>
          <p:nvPr>
            <p:ph type="body" idx="12"/>
          </p:nvPr>
        </p:nvSpPr>
        <p:spPr>
          <a:xfrm>
            <a:off x="1262992" y="1370695"/>
            <a:ext cx="9666016" cy="556981"/>
          </a:xfrm>
        </p:spPr>
        <p:txBody>
          <a:bodyPr/>
          <a:lstStyle/>
          <a:p>
            <a:r>
              <a:rPr lang="es-CO" b="1" i="0"/>
              <a:t>Material elaborado por Daniel Correa y Paola Vallejo</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846673964"/>
      </p:ext>
    </p:extLst>
  </p:cSld>
  <p:clrMapOvr>
    <a:masterClrMapping/>
  </p:clrMapOvr>
</p:sld>
</file>

<file path=ppt/theme/theme1.xml><?xml version="1.0" encoding="utf-8"?>
<a:theme xmlns:a="http://schemas.openxmlformats.org/drawingml/2006/main" name="Modelo centrado en el estudiant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lantilla-PC-NFI_Paola_v4" id="{F1849F31-EFC5-457B-B904-2A8A5E240D81}" vid="{6CD487A3-F960-4206-B4E8-B415C60725D8}"/>
    </a:ext>
  </a:extLst>
</a:theme>
</file>

<file path=ppt/theme/theme2.xml><?xml version="1.0" encoding="utf-8"?>
<a:theme xmlns:a="http://schemas.openxmlformats.org/drawingml/2006/main" name="Tema de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99f7b55e-9cbe-467b-8143-919782918afb}" enabled="0" method="" siteId="{99f7b55e-9cbe-467b-8143-919782918afb}" removed="1"/>
</clbl:labelList>
</file>

<file path=docProps/app.xml><?xml version="1.0" encoding="utf-8"?>
<Properties xmlns="http://schemas.openxmlformats.org/officeDocument/2006/extended-properties" xmlns:vt="http://schemas.openxmlformats.org/officeDocument/2006/docPropsVTypes">
  <Template>Plantilla-PC-NFI_Paola_v4</Template>
  <TotalTime>398</TotalTime>
  <Words>2455</Words>
  <Application>Microsoft Office PowerPoint</Application>
  <PresentationFormat>Panorámica</PresentationFormat>
  <Paragraphs>223</Paragraphs>
  <Slides>30</Slides>
  <Notes>8</Notes>
  <HiddenSlides>0</HiddenSlides>
  <MMClips>0</MMClips>
  <ScaleCrop>false</ScaleCrop>
  <HeadingPairs>
    <vt:vector size="6" baseType="variant">
      <vt:variant>
        <vt:lpstr>Fuentes usadas</vt:lpstr>
      </vt:variant>
      <vt:variant>
        <vt:i4>5</vt:i4>
      </vt:variant>
      <vt:variant>
        <vt:lpstr>Tema</vt:lpstr>
      </vt:variant>
      <vt:variant>
        <vt:i4>1</vt:i4>
      </vt:variant>
      <vt:variant>
        <vt:lpstr>Títulos de diapositiva</vt:lpstr>
      </vt:variant>
      <vt:variant>
        <vt:i4>30</vt:i4>
      </vt:variant>
    </vt:vector>
  </HeadingPairs>
  <TitlesOfParts>
    <vt:vector size="36" baseType="lpstr">
      <vt:lpstr>Aptos</vt:lpstr>
      <vt:lpstr>Arial</vt:lpstr>
      <vt:lpstr>Calibri</vt:lpstr>
      <vt:lpstr>Calibri Light</vt:lpstr>
      <vt:lpstr>Times New Roman</vt:lpstr>
      <vt:lpstr>Modelo centrado en el estudiante</vt:lpstr>
      <vt:lpstr>Presentación del curso</vt:lpstr>
      <vt:lpstr>Agenda</vt:lpstr>
      <vt:lpstr>El programador como el poeta…</vt:lpstr>
      <vt:lpstr>Información del Docente</vt:lpstr>
      <vt:lpstr>Tu turno</vt:lpstr>
      <vt:lpstr>Objetivo del curso</vt:lpstr>
      <vt:lpstr>Resultados de aprendizaje</vt:lpstr>
      <vt:lpstr>Asesorías y monitores</vt:lpstr>
      <vt:lpstr>Agenda</vt:lpstr>
      <vt:lpstr>Reglas generales 1/2</vt:lpstr>
      <vt:lpstr>Reglas generales 2/2</vt:lpstr>
      <vt:lpstr>Pacto Pedagógico</vt:lpstr>
      <vt:lpstr>Herramientas</vt:lpstr>
      <vt:lpstr>Semana a semana</vt:lpstr>
      <vt:lpstr>Créditos</vt:lpstr>
      <vt:lpstr>Tips hacking del día para ganar el curso</vt:lpstr>
      <vt:lpstr>Bibliografía </vt:lpstr>
      <vt:lpstr>Comentarios Libro Python para principiantes</vt:lpstr>
      <vt:lpstr>Agenda</vt:lpstr>
      <vt:lpstr>Presentación de PowerPoint</vt:lpstr>
      <vt:lpstr>Agenda</vt:lpstr>
      <vt:lpstr>Evaluaciones</vt:lpstr>
      <vt:lpstr>Reglas generales para quices</vt:lpstr>
      <vt:lpstr>Reglas generales para el proyecto, talleres  y parciales</vt:lpstr>
      <vt:lpstr>Conducto regular para solución de problemas</vt:lpstr>
      <vt:lpstr>Agenda</vt:lpstr>
      <vt:lpstr>Algunas opiniones del curso</vt:lpstr>
      <vt:lpstr>¿Qué le recomienda a un estudiante qué ve el curso por primera vez? – Encuesta a estudiantes </vt:lpstr>
      <vt:lpstr>Referencias</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Python – Variables, Entrada y Salida</dc:title>
  <dc:creator>- Daniel Gara</dc:creator>
  <cp:lastModifiedBy>Andres Felipe Puerta Velez</cp:lastModifiedBy>
  <cp:revision>143</cp:revision>
  <dcterms:created xsi:type="dcterms:W3CDTF">2019-04-28T13:56:44Z</dcterms:created>
  <dcterms:modified xsi:type="dcterms:W3CDTF">2026-07-27T23:13:36Z</dcterms:modified>
</cp:coreProperties>
</file>